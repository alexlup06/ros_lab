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281" r:id="rId2"/>
  </p:sldMasterIdLst>
  <p:notesMasterIdLst>
    <p:notesMasterId r:id="rId36"/>
  </p:notesMasterIdLst>
  <p:handoutMasterIdLst>
    <p:handoutMasterId r:id="rId37"/>
  </p:handoutMasterIdLst>
  <p:sldIdLst>
    <p:sldId id="270" r:id="rId3"/>
    <p:sldId id="285" r:id="rId4"/>
    <p:sldId id="283" r:id="rId5"/>
    <p:sldId id="284" r:id="rId6"/>
    <p:sldId id="286" r:id="rId7"/>
    <p:sldId id="276" r:id="rId8"/>
    <p:sldId id="288" r:id="rId9"/>
    <p:sldId id="287" r:id="rId10"/>
    <p:sldId id="299" r:id="rId11"/>
    <p:sldId id="290" r:id="rId12"/>
    <p:sldId id="289" r:id="rId13"/>
    <p:sldId id="292" r:id="rId14"/>
    <p:sldId id="293" r:id="rId15"/>
    <p:sldId id="295" r:id="rId16"/>
    <p:sldId id="296" r:id="rId17"/>
    <p:sldId id="297" r:id="rId18"/>
    <p:sldId id="298" r:id="rId19"/>
    <p:sldId id="291" r:id="rId20"/>
    <p:sldId id="275" r:id="rId21"/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</p:sldIdLst>
  <p:sldSz cx="12192000" cy="6858000"/>
  <p:notesSz cx="6858000" cy="9144000"/>
  <p:defaultTextStyle>
    <a:defPPr>
      <a:defRPr lang="de-DE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nt" id="{C1537478-37C7-4D40-9D5D-2CAB3AC236B5}">
          <p14:sldIdLst>
            <p14:sldId id="270"/>
            <p14:sldId id="285"/>
            <p14:sldId id="283"/>
            <p14:sldId id="284"/>
            <p14:sldId id="286"/>
            <p14:sldId id="276"/>
            <p14:sldId id="288"/>
            <p14:sldId id="287"/>
            <p14:sldId id="299"/>
            <p14:sldId id="290"/>
            <p14:sldId id="289"/>
            <p14:sldId id="292"/>
            <p14:sldId id="293"/>
            <p14:sldId id="295"/>
            <p14:sldId id="296"/>
            <p14:sldId id="297"/>
            <p14:sldId id="298"/>
            <p14:sldId id="291"/>
          </p14:sldIdLst>
        </p14:section>
        <p14:section name="template" id="{895E5CAE-D189-4BFA-BBE4-C7B8EBBA4938}">
          <p14:sldIdLst>
            <p14:sldId id="275"/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3997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pos="301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7379" userDrawn="1">
          <p15:clr>
            <a:srgbClr val="A4A3A4"/>
          </p15:clr>
        </p15:guide>
        <p15:guide id="7" pos="785" userDrawn="1">
          <p15:clr>
            <a:srgbClr val="A4A3A4"/>
          </p15:clr>
        </p15:guide>
        <p15:guide id="8" pos="6895" userDrawn="1">
          <p15:clr>
            <a:srgbClr val="A4A3A4"/>
          </p15:clr>
        </p15:guide>
        <p15:guide id="9" pos="14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B818"/>
    <a:srgbClr val="949494"/>
    <a:srgbClr val="070707"/>
    <a:srgbClr val="CAEF81"/>
    <a:srgbClr val="959595"/>
    <a:srgbClr val="8F8F8F"/>
    <a:srgbClr val="8C8C8C"/>
    <a:srgbClr val="333333"/>
    <a:srgbClr val="969696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40" autoAdjust="0"/>
  </p:normalViewPr>
  <p:slideViewPr>
    <p:cSldViewPr>
      <p:cViewPr varScale="1">
        <p:scale>
          <a:sx n="95" d="100"/>
          <a:sy n="95" d="100"/>
        </p:scale>
        <p:origin x="206" y="72"/>
      </p:cViewPr>
      <p:guideLst>
        <p:guide orient="horz" pos="2160"/>
        <p:guide orient="horz" pos="3997"/>
        <p:guide orient="horz" pos="436"/>
        <p:guide pos="301"/>
        <p:guide pos="3840"/>
        <p:guide pos="7379"/>
        <p:guide pos="785"/>
        <p:guide pos="6895"/>
        <p:guide pos="1451"/>
      </p:guideLst>
    </p:cSldViewPr>
  </p:slideViewPr>
  <p:outlineViewPr>
    <p:cViewPr>
      <p:scale>
        <a:sx n="33" d="100"/>
        <a:sy n="33" d="100"/>
      </p:scale>
      <p:origin x="0" y="-1488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382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F5C3663-86F9-4257-8909-0CB676F0EE35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006710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747609F-D234-46FC-96AB-4D11C45676E9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2077280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FC02F0E-32B4-4E5E-B1C6-02E407046CFC}"/>
              </a:ext>
            </a:extLst>
          </p:cNvPr>
          <p:cNvSpPr/>
          <p:nvPr userDrawn="1"/>
        </p:nvSpPr>
        <p:spPr bwMode="auto">
          <a:xfrm>
            <a:off x="695400" y="522042"/>
            <a:ext cx="3312368" cy="6923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045248A-373F-4204-8D16-597C1ED848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620712"/>
            <a:ext cx="1725090" cy="521539"/>
          </a:xfrm>
          <a:prstGeom prst="rect">
            <a:avLst/>
          </a:prstGeom>
        </p:spPr>
      </p:pic>
      <p:sp>
        <p:nvSpPr>
          <p:cNvPr id="7" name="Rectangle 11"/>
          <p:cNvSpPr>
            <a:spLocks noChangeArrowheads="1"/>
          </p:cNvSpPr>
          <p:nvPr userDrawn="1"/>
        </p:nvSpPr>
        <p:spPr bwMode="auto">
          <a:xfrm>
            <a:off x="1440000" y="3429003"/>
            <a:ext cx="9768321" cy="1439863"/>
          </a:xfrm>
          <a:prstGeom prst="rect">
            <a:avLst/>
          </a:prstGeom>
          <a:gradFill rotWithShape="1">
            <a:gsLst>
              <a:gs pos="0">
                <a:srgbClr val="5F5F5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de-DE" altLang="de-DE"/>
          </a:p>
        </p:txBody>
      </p:sp>
      <p:sp>
        <p:nvSpPr>
          <p:cNvPr id="8" name="Rectangle 17"/>
          <p:cNvSpPr>
            <a:spLocks noChangeArrowheads="1"/>
          </p:cNvSpPr>
          <p:nvPr userDrawn="1"/>
        </p:nvSpPr>
        <p:spPr bwMode="auto">
          <a:xfrm>
            <a:off x="720000" y="1520830"/>
            <a:ext cx="5998633" cy="3059113"/>
          </a:xfrm>
          <a:prstGeom prst="rect">
            <a:avLst/>
          </a:prstGeom>
          <a:solidFill>
            <a:schemeClr val="bg1"/>
          </a:solidFill>
          <a:ln w="19050">
            <a:solidFill>
              <a:srgbClr val="84B818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de-DE" altLang="de-DE"/>
          </a:p>
        </p:txBody>
      </p:sp>
      <p:pic>
        <p:nvPicPr>
          <p:cNvPr id="9" name="Picture 31" descr="rst Logo RGB aus Visio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5945" y="522042"/>
            <a:ext cx="1080655" cy="748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3" descr="tud_logo_rgb_150dpi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620715"/>
            <a:ext cx="3038004" cy="55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platzhalter 32"/>
          <p:cNvSpPr>
            <a:spLocks noGrp="1"/>
          </p:cNvSpPr>
          <p:nvPr>
            <p:ph type="body" sz="quarter" idx="16"/>
          </p:nvPr>
        </p:nvSpPr>
        <p:spPr>
          <a:xfrm>
            <a:off x="1440000" y="5510241"/>
            <a:ext cx="9768320" cy="480974"/>
          </a:xfrm>
        </p:spPr>
        <p:txBody>
          <a:bodyPr t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Textplatzhalter 32"/>
          <p:cNvSpPr>
            <a:spLocks noGrp="1"/>
          </p:cNvSpPr>
          <p:nvPr>
            <p:ph type="body" sz="quarter" idx="15"/>
          </p:nvPr>
        </p:nvSpPr>
        <p:spPr>
          <a:xfrm>
            <a:off x="1440000" y="6297697"/>
            <a:ext cx="9768320" cy="480974"/>
          </a:xfrm>
        </p:spPr>
        <p:txBody>
          <a:bodyPr t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440000" y="4868869"/>
            <a:ext cx="9768320" cy="276247"/>
          </a:xfrm>
        </p:spPr>
        <p:txBody>
          <a:bodyPr tIns="0" bIns="0"/>
          <a:lstStyle>
            <a:lvl1pPr marL="0" indent="0">
              <a:buFont typeface="Wingdings" pitchFamily="2" charset="2"/>
              <a:buNone/>
              <a:defRPr sz="1500"/>
            </a:lvl1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78854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439999" y="5157793"/>
            <a:ext cx="9768321" cy="425479"/>
          </a:xfrm>
        </p:spPr>
        <p:txBody>
          <a:bodyPr anchor="t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685A418A-19E2-4AB7-8639-AB93E778DC31}"/>
              </a:ext>
            </a:extLst>
          </p:cNvPr>
          <p:cNvGrpSpPr/>
          <p:nvPr userDrawn="1"/>
        </p:nvGrpSpPr>
        <p:grpSpPr>
          <a:xfrm>
            <a:off x="10659888" y="5935720"/>
            <a:ext cx="836712" cy="836712"/>
            <a:chOff x="8904312" y="5711004"/>
            <a:chExt cx="836712" cy="836712"/>
          </a:xfrm>
        </p:grpSpPr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BE86D729-2E29-4D0E-BB03-7E1A574AA1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04312" y="5711004"/>
              <a:ext cx="836712" cy="836712"/>
            </a:xfrm>
            <a:prstGeom prst="rect">
              <a:avLst/>
            </a:prstGeom>
          </p:spPr>
        </p:pic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5D2E9136-79C8-4BD2-9A93-DEF7E4AE478E}"/>
                </a:ext>
              </a:extLst>
            </p:cNvPr>
            <p:cNvGrpSpPr/>
            <p:nvPr/>
          </p:nvGrpSpPr>
          <p:grpSpPr>
            <a:xfrm>
              <a:off x="9213078" y="6015960"/>
              <a:ext cx="272949" cy="232114"/>
              <a:chOff x="9213078" y="6015960"/>
              <a:chExt cx="272949" cy="232114"/>
            </a:xfrm>
          </p:grpSpPr>
          <p:sp>
            <p:nvSpPr>
              <p:cNvPr id="17" name="Rechteck: abgerundete Ecken 16">
                <a:extLst>
                  <a:ext uri="{FF2B5EF4-FFF2-40B4-BE49-F238E27FC236}">
                    <a16:creationId xmlns:a16="http://schemas.microsoft.com/office/drawing/2014/main" id="{C3A5AF3C-A3F4-4807-88E2-342E7358CC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9213078" y="6015960"/>
                <a:ext cx="226800" cy="226800"/>
              </a:xfrm>
              <a:prstGeom prst="roundRect">
                <a:avLst/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pic>
            <p:nvPicPr>
              <p:cNvPr id="18" name="Grafik 17">
                <a:extLst>
                  <a:ext uri="{FF2B5EF4-FFF2-40B4-BE49-F238E27FC236}">
                    <a16:creationId xmlns:a16="http://schemas.microsoft.com/office/drawing/2014/main" id="{2B34BC31-EF4A-4A32-BB09-3BD7CAF57F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clrChange>
                  <a:clrFrom>
                    <a:srgbClr val="000000">
                      <a:alpha val="0"/>
                    </a:srgbClr>
                  </a:clrFrom>
                  <a:clrTo>
                    <a:srgbClr val="000000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13078" y="6015960"/>
                <a:ext cx="272949" cy="232114"/>
              </a:xfrm>
              <a:prstGeom prst="rect">
                <a:avLst/>
              </a:prstGeom>
              <a:noFill/>
            </p:spPr>
          </p:pic>
        </p:grpSp>
      </p:grpSp>
    </p:spTree>
    <p:extLst>
      <p:ext uri="{BB962C8B-B14F-4D97-AF65-F5344CB8AC3E}">
        <p14:creationId xmlns:p14="http://schemas.microsoft.com/office/powerpoint/2010/main" val="15630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9888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023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8369" y="727038"/>
            <a:ext cx="11235267" cy="5618200"/>
          </a:xfrm>
        </p:spPr>
        <p:txBody>
          <a:bodyPr/>
          <a:lstStyle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92620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023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D77B0E4B-C2EB-4BEE-B4D7-9B591C7213B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60000" y="727038"/>
            <a:ext cx="7920000" cy="56182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98173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023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78370" y="692150"/>
            <a:ext cx="5516033" cy="5653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180000" rIns="0" bIns="180000" numCol="1" anchor="t" anchorCtr="0" compatLnSpc="1">
            <a:prstTxWarp prst="textNoShape">
              <a:avLst/>
            </a:prstTxWarp>
          </a:bodyPr>
          <a:lstStyle>
            <a:lvl1pPr>
              <a:defRPr lang="de-DE" smtClean="0"/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z="1800" smtClean="0"/>
            </a:lvl4pPr>
            <a:lvl5pPr>
              <a:defRPr lang="de-DE"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4" y="692150"/>
            <a:ext cx="5516033" cy="5653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180000" rIns="0" bIns="180000" numCol="1" anchor="t" anchorCtr="0" compatLnSpc="1">
            <a:prstTxWarp prst="textNoShape">
              <a:avLst/>
            </a:prstTxWarp>
          </a:bodyPr>
          <a:lstStyle>
            <a:lvl1pPr>
              <a:defRPr lang="de-DE" dirty="0" smtClean="0"/>
            </a:lvl1pPr>
            <a:lvl2pPr>
              <a:defRPr lang="de-DE" dirty="0" smtClean="0"/>
            </a:lvl2pPr>
            <a:lvl3pPr>
              <a:defRPr lang="de-DE" dirty="0" smtClean="0"/>
            </a:lvl3pPr>
            <a:lvl4pPr>
              <a:defRPr lang="de-DE" sz="1800" dirty="0" smtClean="0"/>
            </a:lvl4pPr>
            <a:lvl5pPr>
              <a:defRPr lang="de-DE" sz="1800" dirty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06504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von 6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5" name="Group 12"/>
          <p:cNvGrpSpPr>
            <a:grpSpLocks/>
          </p:cNvGrpSpPr>
          <p:nvPr userDrawn="1"/>
        </p:nvGrpSpPr>
        <p:grpSpPr bwMode="auto">
          <a:xfrm>
            <a:off x="1265771" y="2917825"/>
            <a:ext cx="8280000" cy="539750"/>
            <a:chOff x="317" y="618"/>
            <a:chExt cx="5123" cy="340"/>
          </a:xfrm>
        </p:grpSpPr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8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1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5" name="Group 4"/>
          <p:cNvGrpSpPr>
            <a:grpSpLocks/>
          </p:cNvGrpSpPr>
          <p:nvPr userDrawn="1"/>
        </p:nvGrpSpPr>
        <p:grpSpPr bwMode="auto">
          <a:xfrm>
            <a:off x="1265770" y="5153025"/>
            <a:ext cx="8280000" cy="539750"/>
            <a:chOff x="317" y="618"/>
            <a:chExt cx="5123" cy="340"/>
          </a:xfrm>
        </p:grpSpPr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2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5479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5479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5479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5479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1415479" y="510859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94459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von 6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5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8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1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5" name="Group 4"/>
          <p:cNvGrpSpPr>
            <a:grpSpLocks/>
          </p:cNvGrpSpPr>
          <p:nvPr userDrawn="1"/>
        </p:nvGrpSpPr>
        <p:grpSpPr bwMode="auto">
          <a:xfrm>
            <a:off x="1265770" y="5153025"/>
            <a:ext cx="8280000" cy="539750"/>
            <a:chOff x="317" y="618"/>
            <a:chExt cx="5123" cy="340"/>
          </a:xfrm>
        </p:grpSpPr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2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1414800" y="510859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16597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on 6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5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8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1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5" name="Group 4"/>
          <p:cNvGrpSpPr>
            <a:grpSpLocks/>
          </p:cNvGrpSpPr>
          <p:nvPr userDrawn="1"/>
        </p:nvGrpSpPr>
        <p:grpSpPr bwMode="auto">
          <a:xfrm>
            <a:off x="1265770" y="5153025"/>
            <a:ext cx="8280000" cy="539750"/>
            <a:chOff x="317" y="618"/>
            <a:chExt cx="5123" cy="340"/>
          </a:xfrm>
        </p:grpSpPr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2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1414800" y="510859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41336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on 6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5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8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1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5" name="Group 4"/>
          <p:cNvGrpSpPr>
            <a:grpSpLocks/>
          </p:cNvGrpSpPr>
          <p:nvPr userDrawn="1"/>
        </p:nvGrpSpPr>
        <p:grpSpPr bwMode="auto">
          <a:xfrm>
            <a:off x="1265770" y="5153025"/>
            <a:ext cx="8280000" cy="539750"/>
            <a:chOff x="317" y="618"/>
            <a:chExt cx="5123" cy="340"/>
          </a:xfrm>
        </p:grpSpPr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2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1414800" y="510859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90200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von 6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5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8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1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5" name="Group 4"/>
          <p:cNvGrpSpPr>
            <a:grpSpLocks/>
          </p:cNvGrpSpPr>
          <p:nvPr userDrawn="1"/>
        </p:nvGrpSpPr>
        <p:grpSpPr bwMode="auto">
          <a:xfrm>
            <a:off x="1265770" y="5153025"/>
            <a:ext cx="8280000" cy="539750"/>
            <a:chOff x="317" y="618"/>
            <a:chExt cx="5123" cy="340"/>
          </a:xfrm>
        </p:grpSpPr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2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1414800" y="510859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76512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von 6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5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8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1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5" name="Group 4"/>
          <p:cNvGrpSpPr>
            <a:grpSpLocks/>
          </p:cNvGrpSpPr>
          <p:nvPr userDrawn="1"/>
        </p:nvGrpSpPr>
        <p:grpSpPr bwMode="auto">
          <a:xfrm>
            <a:off x="1265770" y="5153025"/>
            <a:ext cx="8280000" cy="539750"/>
            <a:chOff x="317" y="618"/>
            <a:chExt cx="5123" cy="340"/>
          </a:xfrm>
        </p:grpSpPr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2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1414800" y="5108598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787385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von 5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1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4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7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0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50515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von 5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1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4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7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0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168650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on 5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1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4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7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0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81485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on 5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1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4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7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0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244653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von 5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1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4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7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0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217362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von 4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0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3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6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529558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von 4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0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3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6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52803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on 4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0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3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6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416492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on 4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0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3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6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717949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von 3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9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098071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von 3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9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610719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on 3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9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rgbClr val="84B818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74126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09D46B83-F671-4C2F-83F1-AEAD11152C63}"/>
              </a:ext>
            </a:extLst>
          </p:cNvPr>
          <p:cNvSpPr>
            <a:spLocks noGrp="1" noChangeAspect="1"/>
          </p:cNvSpPr>
          <p:nvPr>
            <p:ph idx="1" hasCustomPrompt="1"/>
          </p:nvPr>
        </p:nvSpPr>
        <p:spPr>
          <a:xfrm>
            <a:off x="977515" y="764704"/>
            <a:ext cx="10236969" cy="5758295"/>
          </a:xfrm>
          <a:prstGeom prst="rect">
            <a:avLst/>
          </a:prstGeom>
          <a:ln w="12700">
            <a:solidFill>
              <a:schemeClr val="bg1">
                <a:lumMod val="75000"/>
                <a:lumOff val="25000"/>
              </a:schemeClr>
            </a:solidFill>
          </a:ln>
        </p:spPr>
        <p:txBody>
          <a:bodyPr/>
          <a:lstStyle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C94722-7F16-44E8-BF32-B36D4CBDF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958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1B9F7A-60A6-4AAE-B716-418FFBE67D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9999" y="635154"/>
            <a:ext cx="1857590" cy="56159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83632DC-7AE0-4272-9E28-BBA5751F57C8}"/>
              </a:ext>
            </a:extLst>
          </p:cNvPr>
          <p:cNvSpPr/>
          <p:nvPr userDrawn="1"/>
        </p:nvSpPr>
        <p:spPr bwMode="auto">
          <a:xfrm>
            <a:off x="551384" y="523257"/>
            <a:ext cx="3384376" cy="70609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1E0FAEA-D77F-4F14-8DD0-FF14503B14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9999" y="633677"/>
            <a:ext cx="3038005" cy="508412"/>
          </a:xfrm>
          <a:prstGeom prst="rect">
            <a:avLst/>
          </a:prstGeom>
        </p:spPr>
      </p:pic>
      <p:sp>
        <p:nvSpPr>
          <p:cNvPr id="7" name="Rectangle 11"/>
          <p:cNvSpPr>
            <a:spLocks noChangeArrowheads="1"/>
          </p:cNvSpPr>
          <p:nvPr userDrawn="1"/>
        </p:nvSpPr>
        <p:spPr bwMode="auto">
          <a:xfrm>
            <a:off x="1440000" y="3429003"/>
            <a:ext cx="9768321" cy="1439863"/>
          </a:xfrm>
          <a:prstGeom prst="rect">
            <a:avLst/>
          </a:prstGeom>
          <a:gradFill rotWithShape="1">
            <a:gsLst>
              <a:gs pos="0">
                <a:srgbClr val="84B818">
                  <a:lumMod val="80000"/>
                </a:srgbClr>
              </a:gs>
              <a:gs pos="100000">
                <a:schemeClr val="bg2">
                  <a:lumMod val="100000"/>
                </a:schemeClr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de-DE" altLang="de-DE">
              <a:solidFill>
                <a:schemeClr val="tx1"/>
              </a:solidFill>
            </a:endParaRPr>
          </a:p>
        </p:txBody>
      </p:sp>
      <p:sp>
        <p:nvSpPr>
          <p:cNvPr id="8" name="Rectangle 17"/>
          <p:cNvSpPr>
            <a:spLocks noChangeArrowheads="1"/>
          </p:cNvSpPr>
          <p:nvPr userDrawn="1"/>
        </p:nvSpPr>
        <p:spPr bwMode="auto">
          <a:xfrm>
            <a:off x="720000" y="1520830"/>
            <a:ext cx="5998633" cy="305911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6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de-DE" altLang="de-DE">
              <a:solidFill>
                <a:schemeClr val="tx1"/>
              </a:solidFill>
            </a:endParaRPr>
          </a:p>
        </p:txBody>
      </p:sp>
      <p:sp>
        <p:nvSpPr>
          <p:cNvPr id="36" name="Textplatzhalter 32"/>
          <p:cNvSpPr>
            <a:spLocks noGrp="1"/>
          </p:cNvSpPr>
          <p:nvPr>
            <p:ph type="body" sz="quarter" idx="16"/>
          </p:nvPr>
        </p:nvSpPr>
        <p:spPr>
          <a:xfrm>
            <a:off x="1440000" y="5510241"/>
            <a:ext cx="9768320" cy="480974"/>
          </a:xfrm>
        </p:spPr>
        <p:txBody>
          <a:bodyPr t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33" name="Textplatzhalter 32"/>
          <p:cNvSpPr>
            <a:spLocks noGrp="1"/>
          </p:cNvSpPr>
          <p:nvPr>
            <p:ph type="body" sz="quarter" idx="15"/>
          </p:nvPr>
        </p:nvSpPr>
        <p:spPr>
          <a:xfrm>
            <a:off x="1440000" y="6297697"/>
            <a:ext cx="9768320" cy="480974"/>
          </a:xfrm>
        </p:spPr>
        <p:txBody>
          <a:bodyPr t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440000" y="4868869"/>
            <a:ext cx="9768320" cy="276247"/>
          </a:xfrm>
        </p:spPr>
        <p:txBody>
          <a:bodyPr tIns="0" bIns="0"/>
          <a:lstStyle>
            <a:lvl1pPr marL="0" indent="0">
              <a:buFont typeface="Wingdings" pitchFamily="2" charset="2"/>
              <a:buNone/>
              <a:defRPr sz="15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78854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439999" y="5157793"/>
            <a:ext cx="9768321" cy="425479"/>
          </a:xfrm>
        </p:spPr>
        <p:txBody>
          <a:bodyPr anchor="t" anchorCtr="0"/>
          <a:lstStyle>
            <a:lvl1pPr algn="l">
              <a:defRPr>
                <a:solidFill>
                  <a:schemeClr val="accent3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1D1AACE-E7F6-4572-8063-E70A81892E4B}"/>
              </a:ext>
            </a:extLst>
          </p:cNvPr>
          <p:cNvSpPr txBox="1"/>
          <p:nvPr userDrawn="1"/>
        </p:nvSpPr>
        <p:spPr>
          <a:xfrm>
            <a:off x="9696400" y="6217711"/>
            <a:ext cx="1914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tx1"/>
                </a:solidFill>
                <a:latin typeface="Yu Gothic UI Semibold" panose="020B0700000000000000" pitchFamily="34" charset="-128"/>
                <a:ea typeface="Yu Gothic UI Semibold" panose="020B0700000000000000" pitchFamily="34" charset="-128"/>
                <a:cs typeface="Calibri" panose="020F0502020204030204" pitchFamily="34" charset="0"/>
              </a:rPr>
              <a:t>@</a:t>
            </a:r>
            <a:r>
              <a:rPr lang="en-US" sz="2800" dirty="0">
                <a:solidFill>
                  <a:schemeClr val="tx1"/>
                </a:solidFill>
              </a:rPr>
              <a:t>rst_tu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5906C4-AE05-4675-83D3-FC6391B14D8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424" y="6381327"/>
            <a:ext cx="268608" cy="27453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D6A5A6E-5DBD-43E7-8FDB-77C0F92276D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254" y="508863"/>
            <a:ext cx="1116366" cy="76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8518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7855496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0238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78369" y="727038"/>
            <a:ext cx="11235267" cy="5618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0566345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0238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160000" y="727038"/>
            <a:ext cx="7920000" cy="5618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0841003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0238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78370" y="692150"/>
            <a:ext cx="5516033" cy="5653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180000" rIns="0" bIns="180000" numCol="1" anchor="t" anchorCtr="0" compatLnSpc="1">
            <a:prstTxWarp prst="textNoShape">
              <a:avLst/>
            </a:prstTxWarp>
          </a:bodyPr>
          <a:lstStyle>
            <a:lvl1pPr>
              <a:defRPr lang="de-DE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de-DE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lang="de-DE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lang="de-DE" sz="18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lang="de-DE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197604" y="692150"/>
            <a:ext cx="5516033" cy="565308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180000" rIns="0" bIns="180000" numCol="1" anchor="t" anchorCtr="0" compatLnSpc="1">
            <a:prstTxWarp prst="textNoShape">
              <a:avLst/>
            </a:prstTxWarp>
          </a:bodyPr>
          <a:lstStyle>
            <a:lvl1pPr>
              <a:defRPr lang="de-DE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de-DE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lang="de-DE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lang="de-DE" sz="18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lang="de-DE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9659482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von 6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5" name="Group 12"/>
          <p:cNvGrpSpPr>
            <a:grpSpLocks/>
          </p:cNvGrpSpPr>
          <p:nvPr userDrawn="1"/>
        </p:nvGrpSpPr>
        <p:grpSpPr bwMode="auto">
          <a:xfrm>
            <a:off x="1265771" y="2917825"/>
            <a:ext cx="8280000" cy="539750"/>
            <a:chOff x="317" y="618"/>
            <a:chExt cx="5123" cy="340"/>
          </a:xfrm>
        </p:grpSpPr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8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1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5" name="Group 4"/>
          <p:cNvGrpSpPr>
            <a:grpSpLocks/>
          </p:cNvGrpSpPr>
          <p:nvPr userDrawn="1"/>
        </p:nvGrpSpPr>
        <p:grpSpPr bwMode="auto">
          <a:xfrm>
            <a:off x="1265770" y="5153025"/>
            <a:ext cx="8280000" cy="539750"/>
            <a:chOff x="317" y="618"/>
            <a:chExt cx="5123" cy="340"/>
          </a:xfrm>
        </p:grpSpPr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2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1414800" y="1384272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accent2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5479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5479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5479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5479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30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1415479" y="510859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5866997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von 6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de-DE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de-DE"/>
            </a:p>
          </p:txBody>
        </p:sp>
      </p:grpSp>
      <p:grpSp>
        <p:nvGrpSpPr>
          <p:cNvPr id="12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5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8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1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5" name="Group 4"/>
          <p:cNvGrpSpPr>
            <a:grpSpLocks/>
          </p:cNvGrpSpPr>
          <p:nvPr userDrawn="1"/>
        </p:nvGrpSpPr>
        <p:grpSpPr bwMode="auto">
          <a:xfrm>
            <a:off x="1265770" y="5153025"/>
            <a:ext cx="8280000" cy="539750"/>
            <a:chOff x="317" y="618"/>
            <a:chExt cx="5123" cy="340"/>
          </a:xfrm>
        </p:grpSpPr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2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accent2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30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1414800" y="510859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9249061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on 6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5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8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1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5" name="Group 4"/>
          <p:cNvGrpSpPr>
            <a:grpSpLocks/>
          </p:cNvGrpSpPr>
          <p:nvPr userDrawn="1"/>
        </p:nvGrpSpPr>
        <p:grpSpPr bwMode="auto">
          <a:xfrm>
            <a:off x="1265770" y="5153025"/>
            <a:ext cx="8280000" cy="539750"/>
            <a:chOff x="317" y="618"/>
            <a:chExt cx="5123" cy="340"/>
          </a:xfrm>
        </p:grpSpPr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2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30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1414800" y="510859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8681971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on 6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5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8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1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5" name="Group 4"/>
          <p:cNvGrpSpPr>
            <a:grpSpLocks/>
          </p:cNvGrpSpPr>
          <p:nvPr userDrawn="1"/>
        </p:nvGrpSpPr>
        <p:grpSpPr bwMode="auto">
          <a:xfrm>
            <a:off x="1265770" y="5153025"/>
            <a:ext cx="8280000" cy="539750"/>
            <a:chOff x="317" y="618"/>
            <a:chExt cx="5123" cy="340"/>
          </a:xfrm>
        </p:grpSpPr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2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30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1414800" y="510859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3263652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von 6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5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8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1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5" name="Group 4"/>
          <p:cNvGrpSpPr>
            <a:grpSpLocks/>
          </p:cNvGrpSpPr>
          <p:nvPr userDrawn="1"/>
        </p:nvGrpSpPr>
        <p:grpSpPr bwMode="auto">
          <a:xfrm>
            <a:off x="1265770" y="5153025"/>
            <a:ext cx="8280000" cy="539750"/>
            <a:chOff x="317" y="618"/>
            <a:chExt cx="5123" cy="340"/>
          </a:xfrm>
        </p:grpSpPr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2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30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1414800" y="510859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6289421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von 6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5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8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1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4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5" name="Group 4"/>
          <p:cNvGrpSpPr>
            <a:grpSpLocks/>
          </p:cNvGrpSpPr>
          <p:nvPr userDrawn="1"/>
        </p:nvGrpSpPr>
        <p:grpSpPr bwMode="auto">
          <a:xfrm>
            <a:off x="1265770" y="5153025"/>
            <a:ext cx="8280000" cy="539750"/>
            <a:chOff x="317" y="618"/>
            <a:chExt cx="5123" cy="340"/>
          </a:xfrm>
        </p:grpSpPr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2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30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1414800" y="5108598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3917499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von 5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1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4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7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0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6959824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von 5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1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4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7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0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7024241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on 5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1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4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7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0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9598151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on 5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1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4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7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0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9799364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von 5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1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4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7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20" name="Group 20"/>
          <p:cNvGrpSpPr>
            <a:grpSpLocks/>
          </p:cNvGrpSpPr>
          <p:nvPr userDrawn="1"/>
        </p:nvGrpSpPr>
        <p:grpSpPr bwMode="auto">
          <a:xfrm>
            <a:off x="1265770" y="4422775"/>
            <a:ext cx="8280000" cy="539750"/>
            <a:chOff x="317" y="618"/>
            <a:chExt cx="5123" cy="340"/>
          </a:xfrm>
        </p:grpSpPr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9" name="Textplatzhalter 22"/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402556937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von 4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0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3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6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9272102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von 4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0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3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6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48232345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on 4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0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3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6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64946243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von 4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0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3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6" name="Group 16"/>
          <p:cNvGrpSpPr>
            <a:grpSpLocks/>
          </p:cNvGrpSpPr>
          <p:nvPr userDrawn="1"/>
        </p:nvGrpSpPr>
        <p:grpSpPr bwMode="auto">
          <a:xfrm>
            <a:off x="1265770" y="3656013"/>
            <a:ext cx="8280000" cy="539750"/>
            <a:chOff x="317" y="618"/>
            <a:chExt cx="5123" cy="340"/>
          </a:xfrm>
        </p:grpSpPr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8" name="Textplatzhalter 22"/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2477977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von 3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9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2046227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von 3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9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36907861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on 3 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/>
          <p:cNvGrpSpPr>
            <a:grpSpLocks/>
          </p:cNvGrpSpPr>
          <p:nvPr userDrawn="1"/>
        </p:nvGrpSpPr>
        <p:grpSpPr bwMode="auto">
          <a:xfrm>
            <a:off x="1265770" y="1428750"/>
            <a:ext cx="8280000" cy="539750"/>
            <a:chOff x="317" y="618"/>
            <a:chExt cx="5123" cy="340"/>
          </a:xfrm>
        </p:grpSpPr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9" name="Group 8"/>
          <p:cNvGrpSpPr>
            <a:grpSpLocks/>
          </p:cNvGrpSpPr>
          <p:nvPr userDrawn="1"/>
        </p:nvGrpSpPr>
        <p:grpSpPr bwMode="auto">
          <a:xfrm>
            <a:off x="1265770" y="2195513"/>
            <a:ext cx="8280000" cy="539750"/>
            <a:chOff x="317" y="618"/>
            <a:chExt cx="5123" cy="340"/>
          </a:xfrm>
        </p:grpSpPr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grpSp>
        <p:nvGrpSpPr>
          <p:cNvPr id="12" name="Group 12"/>
          <p:cNvGrpSpPr>
            <a:grpSpLocks/>
          </p:cNvGrpSpPr>
          <p:nvPr userDrawn="1"/>
        </p:nvGrpSpPr>
        <p:grpSpPr bwMode="auto">
          <a:xfrm>
            <a:off x="1265770" y="2917825"/>
            <a:ext cx="8280000" cy="539750"/>
            <a:chOff x="317" y="618"/>
            <a:chExt cx="5123" cy="340"/>
          </a:xfrm>
        </p:grpSpPr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317" y="958"/>
              <a:ext cx="5123" cy="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 flipH="1" flipV="1">
              <a:off x="317" y="618"/>
              <a:ext cx="0" cy="340"/>
            </a:xfrm>
            <a:prstGeom prst="line">
              <a:avLst/>
            </a:prstGeom>
            <a:noFill/>
            <a:ln w="19050">
              <a:solidFill>
                <a:srgbClr val="84B81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6" name="Textplatzhalter 22"/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en-US" sz="2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27" name="Textplatzhalter 22"/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457200" marR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40000"/>
              </a:spcAft>
              <a:buClr>
                <a:srgbClr val="003399"/>
              </a:buClr>
              <a:buSzTx/>
              <a:buFontTx/>
              <a:buNone/>
              <a:tabLst/>
              <a:defRPr lang="de-DE" sz="2200" b="1" kern="1200" smtClean="0">
                <a:solidFill>
                  <a:schemeClr val="accent6"/>
                </a:solidFill>
                <a:latin typeface="Arial" charset="0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3444211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26" Type="http://schemas.microsoft.com/office/2007/relationships/hdphoto" Target="../media/hdphoto1.wdp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image" Target="../media/image8.png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29" Type="http://schemas.openxmlformats.org/officeDocument/2006/relationships/image" Target="../media/image10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28" Type="http://schemas.microsoft.com/office/2007/relationships/hdphoto" Target="../media/hdphoto2.wdp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Relationship Id="rId27" Type="http://schemas.openxmlformats.org/officeDocument/2006/relationships/image" Target="../media/image9.png"/><Relationship Id="rId30" Type="http://schemas.microsoft.com/office/2007/relationships/hdphoto" Target="../media/hdphoto3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C2B7490-7081-4146-B581-52F3C0B48E01}"/>
              </a:ext>
            </a:extLst>
          </p:cNvPr>
          <p:cNvSpPr/>
          <p:nvPr userDrawn="1"/>
        </p:nvSpPr>
        <p:spPr bwMode="auto">
          <a:xfrm>
            <a:off x="1" y="6416680"/>
            <a:ext cx="2999655" cy="44132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21BC9C-C93B-4119-9CFC-6B0EAA660021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28" y="6437272"/>
            <a:ext cx="1207344" cy="365011"/>
          </a:xfrm>
          <a:prstGeom prst="rect">
            <a:avLst/>
          </a:prstGeom>
        </p:spPr>
      </p:pic>
      <p:sp>
        <p:nvSpPr>
          <p:cNvPr id="102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8369" y="692150"/>
            <a:ext cx="11235267" cy="565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180000" rIns="0" bIns="180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erste Ebene                                                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</p:txBody>
      </p:sp>
      <p:sp>
        <p:nvSpPr>
          <p:cNvPr id="1027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12192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Mastertitelformat bearbeiten</a:t>
            </a:r>
          </a:p>
        </p:txBody>
      </p:sp>
      <p:sp>
        <p:nvSpPr>
          <p:cNvPr id="1028" name="Line 12"/>
          <p:cNvSpPr>
            <a:spLocks noChangeShapeType="1"/>
          </p:cNvSpPr>
          <p:nvPr userDrawn="1"/>
        </p:nvSpPr>
        <p:spPr bwMode="auto">
          <a:xfrm>
            <a:off x="1" y="682625"/>
            <a:ext cx="12192004" cy="0"/>
          </a:xfrm>
          <a:prstGeom prst="line">
            <a:avLst/>
          </a:prstGeom>
          <a:noFill/>
          <a:ln w="50800">
            <a:solidFill>
              <a:srgbClr val="84B818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1029" name="Line 17"/>
          <p:cNvSpPr>
            <a:spLocks noChangeShapeType="1"/>
          </p:cNvSpPr>
          <p:nvPr userDrawn="1"/>
        </p:nvSpPr>
        <p:spPr bwMode="auto">
          <a:xfrm>
            <a:off x="1" y="6345238"/>
            <a:ext cx="11208567" cy="0"/>
          </a:xfrm>
          <a:prstGeom prst="line">
            <a:avLst/>
          </a:prstGeom>
          <a:noFill/>
          <a:ln w="50800">
            <a:solidFill>
              <a:srgbClr val="84B818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pic>
        <p:nvPicPr>
          <p:cNvPr id="1030" name="Picture 18" descr="rst Logo RGB aus Visio"/>
          <p:cNvPicPr>
            <a:picLocks noChangeAspect="1" noChangeArrowheads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5289" y="6216651"/>
            <a:ext cx="818804" cy="56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13" descr="tud_logo_rgb_150dpi"/>
          <p:cNvPicPr>
            <a:picLocks noChangeAspect="1" noChangeArrowheads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34" y="6416680"/>
            <a:ext cx="2182091" cy="39485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62" r:id="rId1"/>
    <p:sldLayoutId id="2147484253" r:id="rId2"/>
    <p:sldLayoutId id="2147484254" r:id="rId3"/>
    <p:sldLayoutId id="2147484311" r:id="rId4"/>
    <p:sldLayoutId id="2147484255" r:id="rId5"/>
    <p:sldLayoutId id="2147484263" r:id="rId6"/>
    <p:sldLayoutId id="2147484264" r:id="rId7"/>
    <p:sldLayoutId id="2147484265" r:id="rId8"/>
    <p:sldLayoutId id="2147484266" r:id="rId9"/>
    <p:sldLayoutId id="2147484267" r:id="rId10"/>
    <p:sldLayoutId id="2147484268" r:id="rId11"/>
    <p:sldLayoutId id="2147484269" r:id="rId12"/>
    <p:sldLayoutId id="2147484270" r:id="rId13"/>
    <p:sldLayoutId id="2147484271" r:id="rId14"/>
    <p:sldLayoutId id="2147484272" r:id="rId15"/>
    <p:sldLayoutId id="2147484273" r:id="rId16"/>
    <p:sldLayoutId id="2147484274" r:id="rId17"/>
    <p:sldLayoutId id="2147484275" r:id="rId18"/>
    <p:sldLayoutId id="2147484276" r:id="rId19"/>
    <p:sldLayoutId id="2147484277" r:id="rId20"/>
    <p:sldLayoutId id="2147484278" r:id="rId21"/>
    <p:sldLayoutId id="2147484279" r:id="rId22"/>
    <p:sldLayoutId id="2147484280" r:id="rId23"/>
    <p:sldLayoutId id="2147484317" r:id="rId24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-"/>
        <a:defRPr sz="20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>
                <a:lumMod val="100000"/>
              </a:schemeClr>
            </a:gs>
            <a:gs pos="100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86AF94C-2AD6-4F6C-A5B0-B98BA92DDBC1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rightnessContrast bright="-4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051" y="6420535"/>
            <a:ext cx="1199538" cy="36265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7477510-7E73-404E-B7C4-CC41FFCED4ED}"/>
              </a:ext>
            </a:extLst>
          </p:cNvPr>
          <p:cNvSpPr/>
          <p:nvPr userDrawn="1"/>
        </p:nvSpPr>
        <p:spPr bwMode="auto">
          <a:xfrm>
            <a:off x="114051" y="6409879"/>
            <a:ext cx="2597573" cy="44812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FAF2652-125D-456C-856B-C02520330EC3}"/>
              </a:ext>
            </a:extLst>
          </p:cNvPr>
          <p:cNvPicPr>
            <a:picLocks noChangeAspect="1"/>
          </p:cNvPicPr>
          <p:nvPr userDrawn="1"/>
        </p:nvPicPr>
        <p:blipFill>
          <a:blip r:embed="rId27">
            <a:alphaModFix amt="85000"/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rightnessContrast bright="-3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51" y="6420535"/>
            <a:ext cx="1991626" cy="322508"/>
          </a:xfrm>
          <a:prstGeom prst="rect">
            <a:avLst/>
          </a:prstGeom>
        </p:spPr>
      </p:pic>
      <p:sp>
        <p:nvSpPr>
          <p:cNvPr id="102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8369" y="692150"/>
            <a:ext cx="11235267" cy="565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180000" rIns="0" bIns="180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erste Ebene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</p:txBody>
      </p:sp>
      <p:sp>
        <p:nvSpPr>
          <p:cNvPr id="1027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12192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Mastertitelformat bearbeiten</a:t>
            </a:r>
          </a:p>
        </p:txBody>
      </p:sp>
      <p:sp>
        <p:nvSpPr>
          <p:cNvPr id="1028" name="Line 12"/>
          <p:cNvSpPr>
            <a:spLocks noChangeShapeType="1"/>
          </p:cNvSpPr>
          <p:nvPr userDrawn="1"/>
        </p:nvSpPr>
        <p:spPr bwMode="auto">
          <a:xfrm>
            <a:off x="47328" y="685129"/>
            <a:ext cx="12096672" cy="0"/>
          </a:xfrm>
          <a:prstGeom prst="line">
            <a:avLst/>
          </a:prstGeom>
          <a:noFill/>
          <a:ln w="50800" cap="rnd">
            <a:solidFill>
              <a:schemeClr val="accent3">
                <a:alpha val="57000"/>
              </a:schemeClr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sp>
        <p:nvSpPr>
          <p:cNvPr id="1029" name="Line 17"/>
          <p:cNvSpPr>
            <a:spLocks noChangeShapeType="1"/>
          </p:cNvSpPr>
          <p:nvPr userDrawn="1"/>
        </p:nvSpPr>
        <p:spPr bwMode="auto">
          <a:xfrm flipV="1">
            <a:off x="47329" y="6341301"/>
            <a:ext cx="11161239" cy="5299"/>
          </a:xfrm>
          <a:prstGeom prst="line">
            <a:avLst/>
          </a:prstGeom>
          <a:noFill/>
          <a:ln w="50800" cap="rnd">
            <a:solidFill>
              <a:srgbClr val="959595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  <p:pic>
        <p:nvPicPr>
          <p:cNvPr id="1030" name="Picture 18"/>
          <p:cNvPicPr>
            <a:picLocks noChangeAspect="1" noChangeArrowheads="1"/>
          </p:cNvPicPr>
          <p:nvPr userDrawn="1"/>
        </p:nvPicPr>
        <p:blipFill>
          <a:blip r:embed="rId29" cstate="print">
            <a:alphaModFix/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rightnessContrast bright="-4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275200" y="6216772"/>
            <a:ext cx="818791" cy="565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Line 17">
            <a:extLst>
              <a:ext uri="{FF2B5EF4-FFF2-40B4-BE49-F238E27FC236}">
                <a16:creationId xmlns:a16="http://schemas.microsoft.com/office/drawing/2014/main" id="{E2B7D9CD-4ED5-46E5-9F97-56D6EEE59F2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1064552" y="6341301"/>
            <a:ext cx="144016" cy="0"/>
          </a:xfrm>
          <a:prstGeom prst="line">
            <a:avLst/>
          </a:prstGeom>
          <a:noFill/>
          <a:ln w="50800" cap="sq">
            <a:solidFill>
              <a:srgbClr val="959595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49989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82" r:id="rId1"/>
    <p:sldLayoutId id="2147484283" r:id="rId2"/>
    <p:sldLayoutId id="2147484284" r:id="rId3"/>
    <p:sldLayoutId id="2147484285" r:id="rId4"/>
    <p:sldLayoutId id="2147484286" r:id="rId5"/>
    <p:sldLayoutId id="2147484293" r:id="rId6"/>
    <p:sldLayoutId id="2147484294" r:id="rId7"/>
    <p:sldLayoutId id="2147484295" r:id="rId8"/>
    <p:sldLayoutId id="2147484296" r:id="rId9"/>
    <p:sldLayoutId id="2147484297" r:id="rId10"/>
    <p:sldLayoutId id="2147484298" r:id="rId11"/>
    <p:sldLayoutId id="2147484299" r:id="rId12"/>
    <p:sldLayoutId id="2147484300" r:id="rId13"/>
    <p:sldLayoutId id="2147484301" r:id="rId14"/>
    <p:sldLayoutId id="2147484302" r:id="rId15"/>
    <p:sldLayoutId id="2147484303" r:id="rId16"/>
    <p:sldLayoutId id="2147484304" r:id="rId17"/>
    <p:sldLayoutId id="2147484305" r:id="rId18"/>
    <p:sldLayoutId id="2147484306" r:id="rId19"/>
    <p:sldLayoutId id="2147484307" r:id="rId20"/>
    <p:sldLayoutId id="2147484308" r:id="rId21"/>
    <p:sldLayoutId id="2147484309" r:id="rId22"/>
    <p:sldLayoutId id="2147484310" r:id="rId23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tabLst>
          <a:tab pos="5019675" algn="l"/>
        </a:tabLst>
        <a:defRPr sz="2400" b="1">
          <a:solidFill>
            <a:schemeClr val="accent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2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-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9" Type="http://schemas.openxmlformats.org/officeDocument/2006/relationships/image" Target="../media/image33.png"/><Relationship Id="rId51" Type="http://schemas.openxmlformats.org/officeDocument/2006/relationships/image" Target="../media/image45.png"/><Relationship Id="rId34" Type="http://schemas.openxmlformats.org/officeDocument/2006/relationships/image" Target="../media/image28.png"/><Relationship Id="rId42" Type="http://schemas.openxmlformats.org/officeDocument/2006/relationships/image" Target="../media/image36.png"/><Relationship Id="rId47" Type="http://schemas.openxmlformats.org/officeDocument/2006/relationships/image" Target="../media/image41.png"/><Relationship Id="rId50" Type="http://schemas.openxmlformats.org/officeDocument/2006/relationships/image" Target="../media/image44.png"/><Relationship Id="rId55" Type="http://schemas.openxmlformats.org/officeDocument/2006/relationships/image" Target="../media/image49.png"/><Relationship Id="rId38" Type="http://schemas.openxmlformats.org/officeDocument/2006/relationships/image" Target="../media/image32.png"/><Relationship Id="rId46" Type="http://schemas.openxmlformats.org/officeDocument/2006/relationships/image" Target="../media/image40.png"/><Relationship Id="rId59" Type="http://schemas.openxmlformats.org/officeDocument/2006/relationships/image" Target="../media/image53.png"/><Relationship Id="rId2" Type="http://schemas.openxmlformats.org/officeDocument/2006/relationships/image" Target="../media/image26.png"/><Relationship Id="rId41" Type="http://schemas.openxmlformats.org/officeDocument/2006/relationships/image" Target="../media/image35.png"/><Relationship Id="rId54" Type="http://schemas.openxmlformats.org/officeDocument/2006/relationships/image" Target="../media/image48.png"/><Relationship Id="rId62" Type="http://schemas.openxmlformats.org/officeDocument/2006/relationships/image" Target="../media/image55.png"/><Relationship Id="rId1" Type="http://schemas.openxmlformats.org/officeDocument/2006/relationships/slideLayout" Target="../slideLayouts/slideLayout5.xml"/><Relationship Id="rId37" Type="http://schemas.openxmlformats.org/officeDocument/2006/relationships/image" Target="../media/image31.png"/><Relationship Id="rId40" Type="http://schemas.openxmlformats.org/officeDocument/2006/relationships/image" Target="../media/image34.png"/><Relationship Id="rId45" Type="http://schemas.openxmlformats.org/officeDocument/2006/relationships/image" Target="../media/image39.png"/><Relationship Id="rId53" Type="http://schemas.openxmlformats.org/officeDocument/2006/relationships/image" Target="../media/image47.png"/><Relationship Id="rId58" Type="http://schemas.openxmlformats.org/officeDocument/2006/relationships/image" Target="../media/image52.png"/><Relationship Id="rId36" Type="http://schemas.openxmlformats.org/officeDocument/2006/relationships/image" Target="../media/image30.png"/><Relationship Id="rId49" Type="http://schemas.openxmlformats.org/officeDocument/2006/relationships/image" Target="../media/image43.png"/><Relationship Id="rId57" Type="http://schemas.openxmlformats.org/officeDocument/2006/relationships/image" Target="../media/image51.png"/><Relationship Id="rId61" Type="http://schemas.openxmlformats.org/officeDocument/2006/relationships/image" Target="../media/image54.png"/><Relationship Id="rId44" Type="http://schemas.openxmlformats.org/officeDocument/2006/relationships/image" Target="../media/image38.png"/><Relationship Id="rId52" Type="http://schemas.openxmlformats.org/officeDocument/2006/relationships/image" Target="../media/image46.png"/><Relationship Id="rId60" Type="http://schemas.openxmlformats.org/officeDocument/2006/relationships/image" Target="../media/image27.png"/><Relationship Id="rId35" Type="http://schemas.openxmlformats.org/officeDocument/2006/relationships/image" Target="../media/image29.png"/><Relationship Id="rId43" Type="http://schemas.openxmlformats.org/officeDocument/2006/relationships/image" Target="../media/image37.png"/><Relationship Id="rId48" Type="http://schemas.openxmlformats.org/officeDocument/2006/relationships/image" Target="../media/image42.png"/><Relationship Id="rId56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0.png"/><Relationship Id="rId39" Type="http://schemas.openxmlformats.org/officeDocument/2006/relationships/image" Target="../media/image66.png"/><Relationship Id="rId34" Type="http://schemas.openxmlformats.org/officeDocument/2006/relationships/image" Target="../media/image68.png"/><Relationship Id="rId42" Type="http://schemas.openxmlformats.org/officeDocument/2006/relationships/image" Target="../media/image75.png"/><Relationship Id="rId25" Type="http://schemas.openxmlformats.org/officeDocument/2006/relationships/image" Target="../media/image59.png"/><Relationship Id="rId33" Type="http://schemas.openxmlformats.org/officeDocument/2006/relationships/image" Target="../media/image67.png"/><Relationship Id="rId38" Type="http://schemas.openxmlformats.org/officeDocument/2006/relationships/image" Target="../media/image72.png"/><Relationship Id="rId2" Type="http://schemas.openxmlformats.org/officeDocument/2006/relationships/image" Target="../media/image56.png"/><Relationship Id="rId29" Type="http://schemas.openxmlformats.org/officeDocument/2006/relationships/image" Target="../media/image63.png"/><Relationship Id="rId41" Type="http://schemas.openxmlformats.org/officeDocument/2006/relationships/image" Target="../media/image74.png"/><Relationship Id="rId1" Type="http://schemas.openxmlformats.org/officeDocument/2006/relationships/slideLayout" Target="../slideLayouts/slideLayout5.xml"/><Relationship Id="rId24" Type="http://schemas.openxmlformats.org/officeDocument/2006/relationships/image" Target="../media/image58.png"/><Relationship Id="rId37" Type="http://schemas.openxmlformats.org/officeDocument/2006/relationships/image" Target="../media/image71.png"/><Relationship Id="rId40" Type="http://schemas.openxmlformats.org/officeDocument/2006/relationships/image" Target="../media/image73.png"/><Relationship Id="rId23" Type="http://schemas.openxmlformats.org/officeDocument/2006/relationships/image" Target="../media/image57.png"/><Relationship Id="rId28" Type="http://schemas.openxmlformats.org/officeDocument/2006/relationships/image" Target="../media/image62.png"/><Relationship Id="rId36" Type="http://schemas.openxmlformats.org/officeDocument/2006/relationships/image" Target="../media/image70.png"/><Relationship Id="rId31" Type="http://schemas.openxmlformats.org/officeDocument/2006/relationships/image" Target="../media/image65.png"/><Relationship Id="rId27" Type="http://schemas.openxmlformats.org/officeDocument/2006/relationships/image" Target="../media/image61.png"/><Relationship Id="rId30" Type="http://schemas.openxmlformats.org/officeDocument/2006/relationships/image" Target="../media/image64.png"/><Relationship Id="rId35" Type="http://schemas.openxmlformats.org/officeDocument/2006/relationships/image" Target="../media/image6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0.png"/><Relationship Id="rId3" Type="http://schemas.openxmlformats.org/officeDocument/2006/relationships/image" Target="../media/image86.png"/><Relationship Id="rId7" Type="http://schemas.openxmlformats.org/officeDocument/2006/relationships/image" Target="../media/image810.png"/><Relationship Id="rId2" Type="http://schemas.openxmlformats.org/officeDocument/2006/relationships/image" Target="../media/image76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00.png"/><Relationship Id="rId5" Type="http://schemas.openxmlformats.org/officeDocument/2006/relationships/image" Target="../media/image790.png"/><Relationship Id="rId10" Type="http://schemas.openxmlformats.org/officeDocument/2006/relationships/image" Target="../media/image840.png"/><Relationship Id="rId4" Type="http://schemas.openxmlformats.org/officeDocument/2006/relationships/image" Target="../media/image780.png"/><Relationship Id="rId9" Type="http://schemas.openxmlformats.org/officeDocument/2006/relationships/image" Target="../media/image8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8" Type="http://schemas.openxmlformats.org/officeDocument/2006/relationships/image" Target="../media/image760.png"/><Relationship Id="rId3" Type="http://schemas.openxmlformats.org/officeDocument/2006/relationships/image" Target="../media/image87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17" Type="http://schemas.openxmlformats.org/officeDocument/2006/relationships/image" Target="../media/image99.png"/><Relationship Id="rId2" Type="http://schemas.openxmlformats.org/officeDocument/2006/relationships/image" Target="../media/image850.png"/><Relationship Id="rId16" Type="http://schemas.openxmlformats.org/officeDocument/2006/relationships/image" Target="../media/image9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0.png"/><Relationship Id="rId15" Type="http://schemas.openxmlformats.org/officeDocument/2006/relationships/image" Target="../media/image97.png"/><Relationship Id="rId10" Type="http://schemas.openxmlformats.org/officeDocument/2006/relationships/image" Target="../media/image92.png"/><Relationship Id="rId19" Type="http://schemas.openxmlformats.org/officeDocument/2006/relationships/image" Target="../media/image95.png"/><Relationship Id="rId4" Type="http://schemas.openxmlformats.org/officeDocument/2006/relationships/image" Target="../media/image871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18" Type="http://schemas.openxmlformats.org/officeDocument/2006/relationships/image" Target="../media/image95.png"/><Relationship Id="rId3" Type="http://schemas.openxmlformats.org/officeDocument/2006/relationships/image" Target="../media/image100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17" Type="http://schemas.openxmlformats.org/officeDocument/2006/relationships/image" Target="../media/image98.png"/><Relationship Id="rId2" Type="http://schemas.openxmlformats.org/officeDocument/2006/relationships/image" Target="../media/image850.png"/><Relationship Id="rId16" Type="http://schemas.openxmlformats.org/officeDocument/2006/relationships/image" Target="../media/image9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70.png"/><Relationship Id="rId11" Type="http://schemas.openxmlformats.org/officeDocument/2006/relationships/image" Target="../media/image92.png"/><Relationship Id="rId5" Type="http://schemas.openxmlformats.org/officeDocument/2006/relationships/image" Target="../media/image99.png"/><Relationship Id="rId15" Type="http://schemas.openxmlformats.org/officeDocument/2006/relationships/image" Target="../media/image96.png"/><Relationship Id="rId10" Type="http://schemas.openxmlformats.org/officeDocument/2006/relationships/image" Target="../media/image91.png"/><Relationship Id="rId19" Type="http://schemas.openxmlformats.org/officeDocument/2006/relationships/image" Target="../media/image101.png"/><Relationship Id="rId4" Type="http://schemas.openxmlformats.org/officeDocument/2006/relationships/image" Target="../media/image860.png"/><Relationship Id="rId9" Type="http://schemas.openxmlformats.org/officeDocument/2006/relationships/image" Target="../media/image9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8" Type="http://schemas.openxmlformats.org/officeDocument/2006/relationships/image" Target="../media/image95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17" Type="http://schemas.openxmlformats.org/officeDocument/2006/relationships/image" Target="../media/image99.png"/><Relationship Id="rId2" Type="http://schemas.openxmlformats.org/officeDocument/2006/relationships/image" Target="../media/image102.png"/><Relationship Id="rId16" Type="http://schemas.openxmlformats.org/officeDocument/2006/relationships/image" Target="../media/image9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0.png"/><Relationship Id="rId15" Type="http://schemas.openxmlformats.org/officeDocument/2006/relationships/image" Target="../media/image97.png"/><Relationship Id="rId10" Type="http://schemas.openxmlformats.org/officeDocument/2006/relationships/image" Target="../media/image92.png"/><Relationship Id="rId19" Type="http://schemas.openxmlformats.org/officeDocument/2006/relationships/image" Target="../media/image101.png"/><Relationship Id="rId4" Type="http://schemas.openxmlformats.org/officeDocument/2006/relationships/image" Target="../media/image860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s/_rels/slide14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05.png"/><Relationship Id="rId17" Type="http://schemas.openxmlformats.org/officeDocument/2006/relationships/image" Target="../media/image104.png"/><Relationship Id="rId2" Type="http://schemas.openxmlformats.org/officeDocument/2006/relationships/image" Target="../media/image103.png"/><Relationship Id="rId16" Type="http://schemas.openxmlformats.org/officeDocument/2006/relationships/image" Target="../media/image117.png"/><Relationship Id="rId20" Type="http://schemas.openxmlformats.org/officeDocument/2006/relationships/image" Target="../media/image107.png"/><Relationship Id="rId1" Type="http://schemas.openxmlformats.org/officeDocument/2006/relationships/slideLayout" Target="../slideLayouts/slideLayout5.xml"/><Relationship Id="rId19" Type="http://schemas.openxmlformats.org/officeDocument/2006/relationships/image" Target="../media/image10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7" Type="http://schemas.openxmlformats.org/officeDocument/2006/relationships/image" Target="../media/image107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13" Type="http://schemas.openxmlformats.org/officeDocument/2006/relationships/image" Target="../media/image550.png"/><Relationship Id="rId18" Type="http://schemas.openxmlformats.org/officeDocument/2006/relationships/image" Target="../media/image670.png"/><Relationship Id="rId26" Type="http://schemas.openxmlformats.org/officeDocument/2006/relationships/image" Target="../media/image520.png"/><Relationship Id="rId3" Type="http://schemas.openxmlformats.org/officeDocument/2006/relationships/image" Target="../media/image390.png"/><Relationship Id="rId21" Type="http://schemas.openxmlformats.org/officeDocument/2006/relationships/image" Target="../media/image460.png"/><Relationship Id="rId7" Type="http://schemas.openxmlformats.org/officeDocument/2006/relationships/image" Target="../media/image450.png"/><Relationship Id="rId12" Type="http://schemas.openxmlformats.org/officeDocument/2006/relationships/image" Target="../media/image540.png"/><Relationship Id="rId17" Type="http://schemas.openxmlformats.org/officeDocument/2006/relationships/image" Target="../media/image660.png"/><Relationship Id="rId25" Type="http://schemas.openxmlformats.org/officeDocument/2006/relationships/image" Target="../media/image470.png"/><Relationship Id="rId2" Type="http://schemas.openxmlformats.org/officeDocument/2006/relationships/image" Target="../media/image380.png"/><Relationship Id="rId16" Type="http://schemas.openxmlformats.org/officeDocument/2006/relationships/image" Target="../media/image600.png"/><Relationship Id="rId20" Type="http://schemas.openxmlformats.org/officeDocument/2006/relationships/image" Target="../media/image410.png"/><Relationship Id="rId29" Type="http://schemas.openxmlformats.org/officeDocument/2006/relationships/image" Target="../media/image6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0.png"/><Relationship Id="rId11" Type="http://schemas.openxmlformats.org/officeDocument/2006/relationships/image" Target="../media/image530.png"/><Relationship Id="rId24" Type="http://schemas.openxmlformats.org/officeDocument/2006/relationships/image" Target="../media/image610.png"/><Relationship Id="rId5" Type="http://schemas.openxmlformats.org/officeDocument/2006/relationships/image" Target="../media/image430.png"/><Relationship Id="rId15" Type="http://schemas.openxmlformats.org/officeDocument/2006/relationships/image" Target="../media/image590.png"/><Relationship Id="rId23" Type="http://schemas.openxmlformats.org/officeDocument/2006/relationships/image" Target="../media/image560.png"/><Relationship Id="rId28" Type="http://schemas.openxmlformats.org/officeDocument/2006/relationships/image" Target="../media/image620.png"/><Relationship Id="rId10" Type="http://schemas.openxmlformats.org/officeDocument/2006/relationships/image" Target="../media/image500.png"/><Relationship Id="rId19" Type="http://schemas.openxmlformats.org/officeDocument/2006/relationships/image" Target="../media/image680.png"/><Relationship Id="rId4" Type="http://schemas.openxmlformats.org/officeDocument/2006/relationships/image" Target="../media/image400.png"/><Relationship Id="rId9" Type="http://schemas.openxmlformats.org/officeDocument/2006/relationships/image" Target="../media/image650.png"/><Relationship Id="rId14" Type="http://schemas.openxmlformats.org/officeDocument/2006/relationships/image" Target="../media/image580.png"/><Relationship Id="rId22" Type="http://schemas.openxmlformats.org/officeDocument/2006/relationships/image" Target="../media/image510.png"/><Relationship Id="rId27" Type="http://schemas.openxmlformats.org/officeDocument/2006/relationships/image" Target="../media/image690.png"/><Relationship Id="rId30" Type="http://schemas.openxmlformats.org/officeDocument/2006/relationships/image" Target="../media/image70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ervice.tu-dortmund.de/group/intra/corporate-design" TargetMode="External"/><Relationship Id="rId2" Type="http://schemas.openxmlformats.org/officeDocument/2006/relationships/hyperlink" Target="https://itmc.tu-dortmund.de/unsere-services/medien-services/grafik/design/corporate-design/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hachatelier.fr/latexit/" TargetMode="External"/><Relationship Id="rId2" Type="http://schemas.openxmlformats.org/officeDocument/2006/relationships/hyperlink" Target="http://www.jonathanleroux.org/software/iguanatex/" TargetMode="Externa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cid:image001.jpg@01DA1D30.D703D800" TargetMode="External"/><Relationship Id="rId2" Type="http://schemas.openxmlformats.org/officeDocument/2006/relationships/image" Target="../media/image11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8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cid:image001.jpg@01DA1D30.D703D800" TargetMode="External"/><Relationship Id="rId2" Type="http://schemas.openxmlformats.org/officeDocument/2006/relationships/image" Target="../media/image11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8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6">
            <a:extLst>
              <a:ext uri="{FF2B5EF4-FFF2-40B4-BE49-F238E27FC236}">
                <a16:creationId xmlns:a16="http://schemas.microsoft.com/office/drawing/2014/main" id="{E6C220ED-19C8-4F76-A020-CA23A0F465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40000" y="5510241"/>
            <a:ext cx="9768320" cy="480974"/>
          </a:xfrm>
        </p:spPr>
        <p:txBody>
          <a:bodyPr/>
          <a:lstStyle/>
          <a:p>
            <a:pPr>
              <a:defRPr/>
            </a:pPr>
            <a:r>
              <a:rPr lang="en-US" u="sng" dirty="0"/>
              <a:t>Author</a:t>
            </a:r>
            <a:r>
              <a:rPr lang="en-US" dirty="0"/>
              <a:t>, co-authors</a:t>
            </a:r>
          </a:p>
          <a:p>
            <a:endParaRPr lang="de-DE" dirty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2C3827B1-4398-4884-8B73-F01C20E55E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40000" y="6297697"/>
            <a:ext cx="9768320" cy="480974"/>
          </a:xfrm>
        </p:spPr>
        <p:txBody>
          <a:bodyPr/>
          <a:lstStyle/>
          <a:p>
            <a:pPr>
              <a:defRPr/>
            </a:pPr>
            <a:r>
              <a:rPr lang="de-DE" dirty="0"/>
              <a:t>Univ.-Prof. Dr.-Ing. Prof. h.c. Dr. h.c. Torsten Bertram</a:t>
            </a:r>
          </a:p>
          <a:p>
            <a:pPr>
              <a:defRPr/>
            </a:pPr>
            <a:r>
              <a:rPr lang="en-US" dirty="0"/>
              <a:t>Institute of Control Theory and Systems Engineering</a:t>
            </a:r>
          </a:p>
          <a:p>
            <a:endParaRPr lang="de-DE" dirty="0"/>
          </a:p>
        </p:txBody>
      </p:sp>
      <p:sp>
        <p:nvSpPr>
          <p:cNvPr id="8" name="Untertitel 3">
            <a:extLst>
              <a:ext uri="{FF2B5EF4-FFF2-40B4-BE49-F238E27FC236}">
                <a16:creationId xmlns:a16="http://schemas.microsoft.com/office/drawing/2014/main" id="{E3A5BA58-1693-44C8-A922-49C7DBF1F1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000" y="4868869"/>
            <a:ext cx="9768320" cy="276247"/>
          </a:xfrm>
        </p:spPr>
        <p:txBody>
          <a:bodyPr/>
          <a:lstStyle/>
          <a:p>
            <a:r>
              <a:rPr lang="de-DE" altLang="de-DE" dirty="0"/>
              <a:t>SURROS, Location, </a:t>
            </a:r>
            <a:r>
              <a:rPr lang="de-DE" altLang="de-DE" dirty="0" err="1"/>
              <a:t>Month</a:t>
            </a:r>
            <a:r>
              <a:rPr lang="de-DE" altLang="de-DE" dirty="0"/>
              <a:t> </a:t>
            </a:r>
            <a:r>
              <a:rPr lang="de-DE" altLang="de-DE" dirty="0" err="1"/>
              <a:t>dd</a:t>
            </a:r>
            <a:r>
              <a:rPr lang="de-DE" altLang="de-DE" baseline="30000" dirty="0" err="1"/>
              <a:t>th</a:t>
            </a:r>
            <a:r>
              <a:rPr lang="de-DE" altLang="de-DE" dirty="0"/>
              <a:t> - </a:t>
            </a:r>
            <a:r>
              <a:rPr lang="de-DE" altLang="de-DE" dirty="0" err="1"/>
              <a:t>dd</a:t>
            </a:r>
            <a:r>
              <a:rPr lang="de-DE" altLang="de-DE" baseline="30000" dirty="0" err="1"/>
              <a:t>th</a:t>
            </a:r>
            <a:r>
              <a:rPr lang="de-DE" altLang="de-DE" dirty="0"/>
              <a:t> </a:t>
            </a:r>
            <a:r>
              <a:rPr lang="de-DE" altLang="de-DE" dirty="0" err="1"/>
              <a:t>yyyy</a:t>
            </a:r>
            <a:endParaRPr lang="de-DE" altLang="de-DE" dirty="0"/>
          </a:p>
          <a:p>
            <a:endParaRPr lang="de-DE" dirty="0"/>
          </a:p>
        </p:txBody>
      </p:sp>
      <p:sp>
        <p:nvSpPr>
          <p:cNvPr id="9" name="Titel 2">
            <a:extLst>
              <a:ext uri="{FF2B5EF4-FFF2-40B4-BE49-F238E27FC236}">
                <a16:creationId xmlns:a16="http://schemas.microsoft.com/office/drawing/2014/main" id="{9969CD90-D439-4139-B2F3-5FEDA3C88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999" y="5157793"/>
            <a:ext cx="9768321" cy="425479"/>
          </a:xfrm>
        </p:spPr>
        <p:txBody>
          <a:bodyPr/>
          <a:lstStyle/>
          <a:p>
            <a:r>
              <a:rPr lang="de-DE" dirty="0"/>
              <a:t>Inverse </a:t>
            </a:r>
            <a:r>
              <a:rPr lang="de-DE" dirty="0" err="1"/>
              <a:t>kinematics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15742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8B1B64-06FE-6921-2B26-F7470919B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6A49041-FD2E-A4CE-0E1E-FD9C9F2573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 err="1"/>
              <a:t>Introduction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0CDF364-AFDB-0A00-25FF-1944AD366F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 err="1"/>
              <a:t>Simplifications</a:t>
            </a:r>
            <a:r>
              <a:rPr lang="de-DE" dirty="0"/>
              <a:t> and </a:t>
            </a:r>
            <a:r>
              <a:rPr lang="de-DE" dirty="0" err="1"/>
              <a:t>Assumptions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72DA816-C464-8C81-162B-4ADFE7CCB5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 err="1"/>
              <a:t>Calculation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inverse </a:t>
            </a:r>
            <a:r>
              <a:rPr lang="de-DE" dirty="0" err="1"/>
              <a:t>kinematics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79362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7356D8-5569-9AD2-75B3-D338E4DFF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Inverse </a:t>
            </a:r>
            <a:r>
              <a:rPr lang="de-DE" dirty="0" err="1"/>
              <a:t>kinematics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F6452F1-C5B6-996E-D04C-A16BF8808A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e-DE" dirty="0"/>
                  <a:t>Forward </a:t>
                </a:r>
                <a:r>
                  <a:rPr lang="de-DE" dirty="0" err="1"/>
                  <a:t>kinematics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concerned</a:t>
                </a:r>
                <a:r>
                  <a:rPr lang="de-DE" dirty="0"/>
                  <a:t> 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:r>
                  <a:rPr lang="de-DE" dirty="0" err="1"/>
                  <a:t>finding</a:t>
                </a:r>
                <a:r>
                  <a:rPr lang="de-DE" dirty="0"/>
                  <a:t> </a:t>
                </a:r>
                <a:r>
                  <a:rPr lang="de-DE" dirty="0" err="1"/>
                  <a:t>joint</a:t>
                </a:r>
                <a:r>
                  <a:rPr lang="de-DE" dirty="0"/>
                  <a:t> variables </a:t>
                </a:r>
                <a:r>
                  <a:rPr lang="de-DE" dirty="0" err="1"/>
                  <a:t>for</a:t>
                </a:r>
                <a:r>
                  <a:rPr lang="de-DE" dirty="0"/>
                  <a:t> a </a:t>
                </a:r>
                <a:r>
                  <a:rPr lang="de-DE" dirty="0" err="1"/>
                  <a:t>given</a:t>
                </a:r>
                <a:r>
                  <a:rPr lang="de-DE" dirty="0"/>
                  <a:t> end-</a:t>
                </a:r>
                <a:r>
                  <a:rPr lang="de-DE" dirty="0" err="1"/>
                  <a:t>effector</a:t>
                </a:r>
                <a:r>
                  <a:rPr lang="de-DE" dirty="0"/>
                  <a:t> </a:t>
                </a:r>
                <a:r>
                  <a:rPr lang="de-DE" dirty="0" err="1"/>
                  <a:t>pose</a:t>
                </a:r>
                <a:endParaRPr lang="de-DE" dirty="0"/>
              </a:p>
              <a:p>
                <a:r>
                  <a:rPr lang="de-DE" dirty="0" err="1"/>
                  <a:t>Systematic</a:t>
                </a:r>
                <a:r>
                  <a:rPr lang="de-DE" dirty="0"/>
                  <a:t> </a:t>
                </a:r>
                <a:r>
                  <a:rPr lang="de-DE" dirty="0" err="1"/>
                  <a:t>approach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describe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}=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F6452F1-C5B6-996E-D04C-A16BF8808A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1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hteck 3">
            <a:extLst>
              <a:ext uri="{FF2B5EF4-FFF2-40B4-BE49-F238E27FC236}">
                <a16:creationId xmlns:a16="http://schemas.microsoft.com/office/drawing/2014/main" id="{27D8C864-32EA-03D8-F1F7-43FBB4F684CE}"/>
              </a:ext>
            </a:extLst>
          </p:cNvPr>
          <p:cNvSpPr/>
          <p:nvPr/>
        </p:nvSpPr>
        <p:spPr bwMode="auto">
          <a:xfrm>
            <a:off x="4151784" y="3140969"/>
            <a:ext cx="4032448" cy="25202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14A79105-205A-B63C-3C05-93AAA7DB66B1}"/>
              </a:ext>
            </a:extLst>
          </p:cNvPr>
          <p:cNvCxnSpPr/>
          <p:nvPr/>
        </p:nvCxnSpPr>
        <p:spPr bwMode="auto">
          <a:xfrm>
            <a:off x="2711624" y="3429000"/>
            <a:ext cx="144016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FB441425-C6DC-6A24-5E5F-4180BE69BA6C}"/>
              </a:ext>
            </a:extLst>
          </p:cNvPr>
          <p:cNvCxnSpPr/>
          <p:nvPr/>
        </p:nvCxnSpPr>
        <p:spPr bwMode="auto">
          <a:xfrm>
            <a:off x="2711624" y="3789040"/>
            <a:ext cx="144016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D492DF91-16E9-FBEE-B3EA-AF95A96CB36C}"/>
              </a:ext>
            </a:extLst>
          </p:cNvPr>
          <p:cNvCxnSpPr/>
          <p:nvPr/>
        </p:nvCxnSpPr>
        <p:spPr bwMode="auto">
          <a:xfrm>
            <a:off x="2711624" y="5445224"/>
            <a:ext cx="144016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7CFB71B9-0142-B3E5-4632-B50586214229}"/>
              </a:ext>
            </a:extLst>
          </p:cNvPr>
          <p:cNvCxnSpPr/>
          <p:nvPr/>
        </p:nvCxnSpPr>
        <p:spPr bwMode="auto">
          <a:xfrm>
            <a:off x="8184232" y="3416458"/>
            <a:ext cx="144016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04C917B0-A198-7E3C-1D7E-AE76C36B447C}"/>
              </a:ext>
            </a:extLst>
          </p:cNvPr>
          <p:cNvCxnSpPr/>
          <p:nvPr/>
        </p:nvCxnSpPr>
        <p:spPr bwMode="auto">
          <a:xfrm>
            <a:off x="8184232" y="3795189"/>
            <a:ext cx="144016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D8BEB80E-C698-B8B5-BBE0-335339F06571}"/>
              </a:ext>
            </a:extLst>
          </p:cNvPr>
          <p:cNvCxnSpPr/>
          <p:nvPr/>
        </p:nvCxnSpPr>
        <p:spPr bwMode="auto">
          <a:xfrm>
            <a:off x="8184232" y="4221088"/>
            <a:ext cx="144016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28BD7644-3B1D-1F4B-57CA-16191F4BEC19}"/>
              </a:ext>
            </a:extLst>
          </p:cNvPr>
          <p:cNvCxnSpPr/>
          <p:nvPr/>
        </p:nvCxnSpPr>
        <p:spPr bwMode="auto">
          <a:xfrm>
            <a:off x="8184232" y="4562437"/>
            <a:ext cx="144016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99D9C9CE-5746-9D5F-8F34-1568987D77A5}"/>
              </a:ext>
            </a:extLst>
          </p:cNvPr>
          <p:cNvCxnSpPr/>
          <p:nvPr/>
        </p:nvCxnSpPr>
        <p:spPr bwMode="auto">
          <a:xfrm>
            <a:off x="8184232" y="4941168"/>
            <a:ext cx="144016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1430820-FD8E-68D2-C351-7BABD0A27BDC}"/>
              </a:ext>
            </a:extLst>
          </p:cNvPr>
          <p:cNvCxnSpPr/>
          <p:nvPr/>
        </p:nvCxnSpPr>
        <p:spPr bwMode="auto">
          <a:xfrm>
            <a:off x="8184232" y="5373216"/>
            <a:ext cx="144016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A5F40A0D-4268-912B-9617-CEFE8302A205}"/>
                  </a:ext>
                </a:extLst>
              </p:cNvPr>
              <p:cNvSpPr txBox="1"/>
              <p:nvPr/>
            </p:nvSpPr>
            <p:spPr>
              <a:xfrm>
                <a:off x="9636996" y="3139459"/>
                <a:ext cx="1945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A5F40A0D-4268-912B-9617-CEFE8302A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6996" y="3139459"/>
                <a:ext cx="194540" cy="276999"/>
              </a:xfrm>
              <a:prstGeom prst="rect">
                <a:avLst/>
              </a:prstGeom>
              <a:blipFill>
                <a:blip r:embed="rId3"/>
                <a:stretch>
                  <a:fillRect l="-31250" b="-22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5079CA9F-B402-9A36-344E-199EE2112B0F}"/>
                  </a:ext>
                </a:extLst>
              </p:cNvPr>
              <p:cNvSpPr txBox="1"/>
              <p:nvPr/>
            </p:nvSpPr>
            <p:spPr>
              <a:xfrm>
                <a:off x="9655425" y="3537362"/>
                <a:ext cx="1979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5079CA9F-B402-9A36-344E-199EE2112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5425" y="3537362"/>
                <a:ext cx="197938" cy="276999"/>
              </a:xfrm>
              <a:prstGeom prst="rect">
                <a:avLst/>
              </a:prstGeom>
              <a:blipFill>
                <a:blip r:embed="rId4"/>
                <a:stretch>
                  <a:fillRect l="-43750" r="-9375" b="-2608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7086B29C-04F1-BFA7-3CAE-D63CEEE4C9D4}"/>
                  </a:ext>
                </a:extLst>
              </p:cNvPr>
              <p:cNvSpPr txBox="1"/>
              <p:nvPr/>
            </p:nvSpPr>
            <p:spPr>
              <a:xfrm>
                <a:off x="9662542" y="3935265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7086B29C-04F1-BFA7-3CAE-D63CEEE4C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2542" y="3935265"/>
                <a:ext cx="180306" cy="276999"/>
              </a:xfrm>
              <a:prstGeom prst="rect">
                <a:avLst/>
              </a:prstGeom>
              <a:blipFill>
                <a:blip r:embed="rId5"/>
                <a:stretch>
                  <a:fillRect l="-33333" b="-22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59BEFBA1-C87B-4678-EE92-D3615AD52F50}"/>
                  </a:ext>
                </a:extLst>
              </p:cNvPr>
              <p:cNvSpPr txBox="1"/>
              <p:nvPr/>
            </p:nvSpPr>
            <p:spPr>
              <a:xfrm>
                <a:off x="9670717" y="4333168"/>
                <a:ext cx="178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59BEFBA1-C87B-4678-EE92-D3615AD52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0717" y="4333168"/>
                <a:ext cx="178189" cy="276999"/>
              </a:xfrm>
              <a:prstGeom prst="rect">
                <a:avLst/>
              </a:prstGeom>
              <a:blipFill>
                <a:blip r:embed="rId6"/>
                <a:stretch>
                  <a:fillRect l="-33333" b="-22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BF49AEB9-FC8D-F5E1-73CF-BD81A9F16A9F}"/>
                  </a:ext>
                </a:extLst>
              </p:cNvPr>
              <p:cNvSpPr txBox="1"/>
              <p:nvPr/>
            </p:nvSpPr>
            <p:spPr>
              <a:xfrm>
                <a:off x="9670717" y="4731071"/>
                <a:ext cx="1945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BF49AEB9-FC8D-F5E1-73CF-BD81A9F16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0717" y="4731071"/>
                <a:ext cx="194540" cy="276999"/>
              </a:xfrm>
              <a:prstGeom prst="rect">
                <a:avLst/>
              </a:prstGeom>
              <a:blipFill>
                <a:blip r:embed="rId7"/>
                <a:stretch>
                  <a:fillRect l="-43750" r="-9375" b="-2608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A94FACF8-C6D4-2A00-C208-B6861921A05B}"/>
                  </a:ext>
                </a:extLst>
              </p:cNvPr>
              <p:cNvSpPr txBox="1"/>
              <p:nvPr/>
            </p:nvSpPr>
            <p:spPr>
              <a:xfrm>
                <a:off x="9659367" y="5128975"/>
                <a:ext cx="1979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A94FACF8-C6D4-2A00-C208-B6861921A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9367" y="5128975"/>
                <a:ext cx="197938" cy="276999"/>
              </a:xfrm>
              <a:prstGeom prst="rect">
                <a:avLst/>
              </a:prstGeom>
              <a:blipFill>
                <a:blip r:embed="rId8"/>
                <a:stretch>
                  <a:fillRect l="-40625" r="-6250" b="-2391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CB89D87B-50F8-7F3F-24AA-B65E8520ED91}"/>
                  </a:ext>
                </a:extLst>
              </p:cNvPr>
              <p:cNvSpPr txBox="1"/>
              <p:nvPr/>
            </p:nvSpPr>
            <p:spPr>
              <a:xfrm>
                <a:off x="2424111" y="3139458"/>
                <a:ext cx="2878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CB89D87B-50F8-7F3F-24AA-B65E8520E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4111" y="3139458"/>
                <a:ext cx="287836" cy="276999"/>
              </a:xfrm>
              <a:prstGeom prst="rect">
                <a:avLst/>
              </a:prstGeom>
              <a:blipFill>
                <a:blip r:embed="rId9"/>
                <a:stretch>
                  <a:fillRect l="-29787" b="-2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FF5F4BC8-60B2-3FDA-DFEB-4390AD512416}"/>
                  </a:ext>
                </a:extLst>
              </p:cNvPr>
              <p:cNvSpPr txBox="1"/>
              <p:nvPr/>
            </p:nvSpPr>
            <p:spPr>
              <a:xfrm>
                <a:off x="2421451" y="3525801"/>
                <a:ext cx="2931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FF5F4BC8-60B2-3FDA-DFEB-4390AD512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451" y="3525801"/>
                <a:ext cx="293157" cy="276999"/>
              </a:xfrm>
              <a:prstGeom prst="rect">
                <a:avLst/>
              </a:prstGeom>
              <a:blipFill>
                <a:blip r:embed="rId10"/>
                <a:stretch>
                  <a:fillRect l="-27083" b="-173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315FD637-A0AE-DFA3-27ED-B19D4224A59B}"/>
                  </a:ext>
                </a:extLst>
              </p:cNvPr>
              <p:cNvSpPr txBox="1"/>
              <p:nvPr/>
            </p:nvSpPr>
            <p:spPr>
              <a:xfrm>
                <a:off x="2414132" y="5137739"/>
                <a:ext cx="3018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315FD637-A0AE-DFA3-27ED-B19D4224A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132" y="5137739"/>
                <a:ext cx="301878" cy="276999"/>
              </a:xfrm>
              <a:prstGeom prst="rect">
                <a:avLst/>
              </a:prstGeom>
              <a:blipFill>
                <a:blip r:embed="rId11"/>
                <a:stretch>
                  <a:fillRect l="-28000" b="-1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feld 23">
            <a:extLst>
              <a:ext uri="{FF2B5EF4-FFF2-40B4-BE49-F238E27FC236}">
                <a16:creationId xmlns:a16="http://schemas.microsoft.com/office/drawing/2014/main" id="{6DF77DF1-CC44-0F03-2CA7-C9FBA631675E}"/>
              </a:ext>
            </a:extLst>
          </p:cNvPr>
          <p:cNvSpPr txBox="1"/>
          <p:nvPr/>
        </p:nvSpPr>
        <p:spPr>
          <a:xfrm>
            <a:off x="1847528" y="5597189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Joint </a:t>
            </a:r>
            <a:r>
              <a:rPr lang="de-DE" dirty="0" err="1"/>
              <a:t>space</a:t>
            </a:r>
            <a:endParaRPr lang="de-DE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ED8B1E91-CCDD-4B84-AFF9-417CAD22F457}"/>
              </a:ext>
            </a:extLst>
          </p:cNvPr>
          <p:cNvSpPr txBox="1"/>
          <p:nvPr/>
        </p:nvSpPr>
        <p:spPr>
          <a:xfrm>
            <a:off x="8328248" y="5589240"/>
            <a:ext cx="1862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Cartesian</a:t>
            </a:r>
            <a:r>
              <a:rPr lang="de-DE" dirty="0"/>
              <a:t> </a:t>
            </a:r>
            <a:r>
              <a:rPr lang="de-DE" dirty="0" err="1"/>
              <a:t>space</a:t>
            </a:r>
            <a:endParaRPr lang="de-DE" dirty="0"/>
          </a:p>
        </p:txBody>
      </p:sp>
      <p:sp>
        <p:nvSpPr>
          <p:cNvPr id="26" name="Pfeil: nach rechts 25">
            <a:extLst>
              <a:ext uri="{FF2B5EF4-FFF2-40B4-BE49-F238E27FC236}">
                <a16:creationId xmlns:a16="http://schemas.microsoft.com/office/drawing/2014/main" id="{11604FD3-BF4D-26F5-9432-6C049C20472F}"/>
              </a:ext>
            </a:extLst>
          </p:cNvPr>
          <p:cNvSpPr/>
          <p:nvPr/>
        </p:nvSpPr>
        <p:spPr bwMode="auto">
          <a:xfrm>
            <a:off x="4583832" y="3285104"/>
            <a:ext cx="3241367" cy="10800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Forward </a:t>
            </a:r>
            <a:r>
              <a:rPr kumimoji="0" 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kinematics</a:t>
            </a:r>
            <a:endParaRPr kumimoji="0" 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Pfeil: nach links 26">
            <a:extLst>
              <a:ext uri="{FF2B5EF4-FFF2-40B4-BE49-F238E27FC236}">
                <a16:creationId xmlns:a16="http://schemas.microsoft.com/office/drawing/2014/main" id="{F490D0ED-7A56-BB47-2CF1-48D4B42CA05A}"/>
              </a:ext>
            </a:extLst>
          </p:cNvPr>
          <p:cNvSpPr/>
          <p:nvPr/>
        </p:nvSpPr>
        <p:spPr bwMode="auto">
          <a:xfrm>
            <a:off x="4537507" y="4437112"/>
            <a:ext cx="3238506" cy="1080000"/>
          </a:xfrm>
          <a:prstGeom prst="leftArrow">
            <a:avLst/>
          </a:prstGeom>
          <a:solidFill>
            <a:schemeClr val="accent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Inverse </a:t>
            </a:r>
            <a:r>
              <a:rPr kumimoji="0" lang="de-D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kinematics</a:t>
            </a:r>
            <a:endParaRPr kumimoji="0" 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6BAC5968-90BB-EED6-83CC-EA8C8EE82898}"/>
              </a:ext>
            </a:extLst>
          </p:cNvPr>
          <p:cNvSpPr txBox="1"/>
          <p:nvPr/>
        </p:nvSpPr>
        <p:spPr>
          <a:xfrm rot="5400000">
            <a:off x="3161673" y="4301516"/>
            <a:ext cx="4680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397857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7356D8-5569-9AD2-75B3-D338E4DFF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Inverse </a:t>
            </a:r>
            <a:r>
              <a:rPr lang="de-DE" dirty="0" err="1"/>
              <a:t>kinematics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F6452F1-C5B6-996E-D04C-A16BF8808A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/>
                <a:r>
                  <a:rPr lang="de-DE" dirty="0"/>
                  <a:t>From </a:t>
                </a:r>
                <a:r>
                  <a:rPr lang="de-DE" dirty="0" err="1"/>
                  <a:t>forward</a:t>
                </a:r>
                <a:r>
                  <a:rPr lang="de-DE" dirty="0"/>
                  <a:t> </a:t>
                </a:r>
                <a:r>
                  <a:rPr lang="de-DE" dirty="0" err="1"/>
                  <a:t>kinematics</a:t>
                </a:r>
                <a:r>
                  <a:rPr lang="de-DE" dirty="0"/>
                  <a:t> </a:t>
                </a:r>
                <a:r>
                  <a:rPr lang="de-DE" dirty="0" err="1"/>
                  <a:t>it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known</a:t>
                </a:r>
                <a:r>
                  <a:rPr lang="de-DE" dirty="0"/>
                  <a:t> </a:t>
                </a:r>
                <a:r>
                  <a:rPr lang="de-DE" dirty="0" err="1"/>
                  <a:t>that</a:t>
                </a:r>
                <a:br>
                  <a:rPr lang="de-DE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bSup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de-DE" dirty="0"/>
              </a:p>
              <a:p>
                <a:r>
                  <a:rPr lang="de-DE" dirty="0" err="1"/>
                  <a:t>For</a:t>
                </a:r>
                <a:r>
                  <a:rPr lang="de-DE" dirty="0"/>
                  <a:t> a </a:t>
                </a:r>
                <a:r>
                  <a:rPr lang="de-DE" dirty="0" err="1"/>
                  <a:t>given</a:t>
                </a:r>
                <a:r>
                  <a:rPr lang="de-DE" dirty="0"/>
                  <a:t> end-</a:t>
                </a:r>
                <a:r>
                  <a:rPr lang="de-DE" dirty="0" err="1"/>
                  <a:t>effector</a:t>
                </a:r>
                <a:r>
                  <a:rPr lang="de-DE" dirty="0"/>
                  <a:t> </a:t>
                </a:r>
                <a:r>
                  <a:rPr lang="de-DE" dirty="0" err="1"/>
                  <a:t>pose</a:t>
                </a:r>
                <a:r>
                  <a:rPr lang="de-DE" dirty="0"/>
                  <a:t> </a:t>
                </a:r>
                <a:r>
                  <a:rPr lang="de-DE" dirty="0" err="1"/>
                  <a:t>this</a:t>
                </a:r>
                <a:r>
                  <a:rPr lang="de-DE" dirty="0"/>
                  <a:t> </a:t>
                </a:r>
                <a:r>
                  <a:rPr lang="de-DE" dirty="0" err="1"/>
                  <a:t>results</a:t>
                </a:r>
                <a:r>
                  <a:rPr lang="de-DE" dirty="0"/>
                  <a:t> in a </a:t>
                </a:r>
                <a:r>
                  <a:rPr lang="de-DE" dirty="0" err="1"/>
                  <a:t>system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nonlinear</a:t>
                </a:r>
                <a:r>
                  <a:rPr lang="de-DE" dirty="0"/>
                  <a:t> </a:t>
                </a:r>
                <a:r>
                  <a:rPr lang="de-DE" dirty="0" err="1"/>
                  <a:t>equations</a:t>
                </a:r>
                <a:r>
                  <a:rPr lang="de-DE" dirty="0"/>
                  <a:t> </a:t>
                </a:r>
                <a:r>
                  <a:rPr lang="de-DE" dirty="0" err="1"/>
                  <a:t>with</a:t>
                </a:r>
                <a:endParaRPr lang="de-DE" dirty="0"/>
              </a:p>
              <a:p>
                <a:pPr lvl="1"/>
                <a:r>
                  <a:rPr lang="de-DE" dirty="0" err="1"/>
                  <a:t>Twelve</a:t>
                </a:r>
                <a:r>
                  <a:rPr lang="de-DE" dirty="0"/>
                  <a:t>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nontrivial</a:t>
                </a:r>
                <a:r>
                  <a:rPr lang="de-DE" dirty="0">
                    <a:solidFill>
                      <a:schemeClr val="accent2"/>
                    </a:solidFill>
                  </a:rPr>
                  <a:t> </a:t>
                </a:r>
                <a:r>
                  <a:rPr lang="de-DE" dirty="0" err="1">
                    <a:solidFill>
                      <a:schemeClr val="accent2"/>
                    </a:solidFill>
                  </a:rPr>
                  <a:t>equations</a:t>
                </a:r>
                <a:endParaRPr lang="de-DE" dirty="0">
                  <a:solidFill>
                    <a:schemeClr val="accent2"/>
                  </a:solidFill>
                </a:endParaRPr>
              </a:p>
              <a:p>
                <a:pPr lvl="1"/>
                <a:r>
                  <a:rPr lang="de-DE" dirty="0" err="1"/>
                  <a:t>Four</a:t>
                </a:r>
                <a:r>
                  <a:rPr lang="de-DE" dirty="0"/>
                  <a:t> </a:t>
                </a:r>
                <a:r>
                  <a:rPr lang="de-DE" dirty="0">
                    <a:solidFill>
                      <a:schemeClr val="bg2"/>
                    </a:solidFill>
                  </a:rPr>
                  <a:t>trivial </a:t>
                </a:r>
                <a:r>
                  <a:rPr lang="de-DE" dirty="0" err="1">
                    <a:solidFill>
                      <a:schemeClr val="bg2"/>
                    </a:solidFill>
                  </a:rPr>
                  <a:t>equations</a:t>
                </a:r>
                <a:endParaRPr lang="de-DE" dirty="0">
                  <a:solidFill>
                    <a:schemeClr val="bg2"/>
                  </a:solidFill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𝑑𝑒𝑠𝑖𝑟𝑒𝑑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m:oMathPara>
                </a14:m>
                <a:endParaRPr lang="de-DE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de-D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de-DE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de-DE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𝑒𝑠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𝑑𝑒𝑠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DE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de-DE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de-DE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de-DE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de-DE" b="0" i="1" smtClean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de-DE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de-DE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de-DE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de-DE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de-DE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de-DE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de-DE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	</a:t>
                </a:r>
                <a:r>
                  <a:rPr lang="de-DE" dirty="0">
                    <a:solidFill>
                      <a:schemeClr val="accent2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de-DE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=1,2,3</m:t>
                    </m:r>
                  </m:oMath>
                </a14:m>
                <a:r>
                  <a:rPr lang="de-DE" dirty="0">
                    <a:solidFill>
                      <a:schemeClr val="accent2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de-DE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=1,…,4</m:t>
                    </m:r>
                  </m:oMath>
                </a14:m>
                <a:endParaRPr lang="de-DE" dirty="0">
                  <a:solidFill>
                    <a:schemeClr val="accent2"/>
                  </a:solidFill>
                </a:endParaRPr>
              </a:p>
              <a:p>
                <a:r>
                  <a:rPr lang="de-DE" dirty="0">
                    <a:solidFill>
                      <a:schemeClr val="tx2"/>
                    </a:solidFill>
                  </a:rPr>
                  <a:t>Analytical and </a:t>
                </a:r>
                <a:r>
                  <a:rPr lang="de-DE" dirty="0" err="1">
                    <a:solidFill>
                      <a:schemeClr val="tx2"/>
                    </a:solidFill>
                  </a:rPr>
                  <a:t>numerical</a:t>
                </a:r>
                <a:r>
                  <a:rPr lang="de-DE" dirty="0">
                    <a:solidFill>
                      <a:schemeClr val="tx2"/>
                    </a:solidFill>
                  </a:rPr>
                  <a:t> </a:t>
                </a:r>
                <a:r>
                  <a:rPr lang="de-DE" dirty="0" err="1">
                    <a:solidFill>
                      <a:schemeClr val="tx2"/>
                    </a:solidFill>
                  </a:rPr>
                  <a:t>solution</a:t>
                </a:r>
                <a:r>
                  <a:rPr lang="de-DE" dirty="0">
                    <a:solidFill>
                      <a:schemeClr val="tx2"/>
                    </a:solidFill>
                  </a:rPr>
                  <a:t> </a:t>
                </a:r>
                <a:r>
                  <a:rPr lang="de-DE" dirty="0" err="1">
                    <a:solidFill>
                      <a:schemeClr val="tx2"/>
                    </a:solidFill>
                  </a:rPr>
                  <a:t>methods</a:t>
                </a:r>
                <a:r>
                  <a:rPr lang="de-DE" dirty="0">
                    <a:solidFill>
                      <a:schemeClr val="tx2"/>
                    </a:solidFill>
                  </a:rPr>
                  <a:t> </a:t>
                </a:r>
                <a:r>
                  <a:rPr lang="de-DE" dirty="0" err="1">
                    <a:solidFill>
                      <a:schemeClr val="tx2"/>
                    </a:solidFill>
                  </a:rPr>
                  <a:t>available</a:t>
                </a:r>
                <a:endParaRPr lang="de-DE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F6452F1-C5B6-996E-D04C-A16BF8808A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1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9766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443D9DED-BF0F-F56B-105D-C01380CED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6A49041-FD2E-A4CE-0E1E-FD9C9F2573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 err="1"/>
              <a:t>Introduction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0CDF364-AFDB-0A00-25FF-1944AD366F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 err="1"/>
              <a:t>Simplifications</a:t>
            </a:r>
            <a:r>
              <a:rPr lang="de-DE" dirty="0"/>
              <a:t> and </a:t>
            </a:r>
            <a:r>
              <a:rPr lang="de-DE" dirty="0" err="1"/>
              <a:t>Assumptions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72DA816-C464-8C81-162B-4ADFE7CCB5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 err="1"/>
              <a:t>Calculation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inverse </a:t>
            </a:r>
            <a:r>
              <a:rPr lang="de-DE" dirty="0" err="1"/>
              <a:t>kinematics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88250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32C6C-86AC-3860-919C-0FBA2938A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Simplifications</a:t>
            </a:r>
            <a:r>
              <a:rPr lang="de-DE" dirty="0"/>
              <a:t> and </a:t>
            </a:r>
            <a:r>
              <a:rPr lang="de-DE" dirty="0" err="1"/>
              <a:t>Assumptions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le 3">
                <a:extLst>
                  <a:ext uri="{FF2B5EF4-FFF2-40B4-BE49-F238E27FC236}">
                    <a16:creationId xmlns:a16="http://schemas.microsoft.com/office/drawing/2014/main" id="{3BB45E57-496A-6613-E6BB-0CBD0425D4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7438534"/>
                  </p:ext>
                </p:extLst>
              </p:nvPr>
            </p:nvGraphicFramePr>
            <p:xfrm>
              <a:off x="497551" y="770901"/>
              <a:ext cx="4734353" cy="33136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8959">
                      <a:extLst>
                        <a:ext uri="{9D8B030D-6E8A-4147-A177-3AD203B41FA5}">
                          <a16:colId xmlns:a16="http://schemas.microsoft.com/office/drawing/2014/main" val="3675868330"/>
                        </a:ext>
                      </a:extLst>
                    </a:gridCol>
                    <a:gridCol w="1445074">
                      <a:extLst>
                        <a:ext uri="{9D8B030D-6E8A-4147-A177-3AD203B41FA5}">
                          <a16:colId xmlns:a16="http://schemas.microsoft.com/office/drawing/2014/main" val="992856329"/>
                        </a:ext>
                      </a:extLst>
                    </a:gridCol>
                    <a:gridCol w="1008112">
                      <a:extLst>
                        <a:ext uri="{9D8B030D-6E8A-4147-A177-3AD203B41FA5}">
                          <a16:colId xmlns:a16="http://schemas.microsoft.com/office/drawing/2014/main" val="999199911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1345978594"/>
                        </a:ext>
                      </a:extLst>
                    </a:gridCol>
                    <a:gridCol w="1008112">
                      <a:extLst>
                        <a:ext uri="{9D8B030D-6E8A-4147-A177-3AD203B41FA5}">
                          <a16:colId xmlns:a16="http://schemas.microsoft.com/office/drawing/2014/main" val="3770552525"/>
                        </a:ext>
                      </a:extLst>
                    </a:gridCol>
                  </a:tblGrid>
                  <a:tr h="39334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de-DE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de-DE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de-DE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𝒓𝒂𝒅</m:t>
                              </m:r>
                              <m:r>
                                <a:rPr lang="de-DE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de-DE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𝜶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𝒓𝒂𝒅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88016"/>
                      </a:ext>
                    </a:extLst>
                  </a:tr>
                  <a:tr h="59136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0.0563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8360605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−1.435+</m:t>
                                </m:r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0.109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6751895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−0.029+</m:t>
                                </m:r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0.101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569118"/>
                      </a:ext>
                    </a:extLst>
                  </a:tr>
                  <a:tr h="59136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−0.001</m:t>
                                </m:r>
                              </m:oMath>
                            </m:oMathPara>
                          </a14:m>
                          <a:endParaRPr lang="de-DE" b="0" dirty="0"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94680846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8290415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0.007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0.114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88277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le 3">
                <a:extLst>
                  <a:ext uri="{FF2B5EF4-FFF2-40B4-BE49-F238E27FC236}">
                    <a16:creationId xmlns:a16="http://schemas.microsoft.com/office/drawing/2014/main" id="{3BB45E57-496A-6613-E6BB-0CBD0425D4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7438534"/>
                  </p:ext>
                </p:extLst>
              </p:nvPr>
            </p:nvGraphicFramePr>
            <p:xfrm>
              <a:off x="497551" y="770901"/>
              <a:ext cx="4734353" cy="33136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8959">
                      <a:extLst>
                        <a:ext uri="{9D8B030D-6E8A-4147-A177-3AD203B41FA5}">
                          <a16:colId xmlns:a16="http://schemas.microsoft.com/office/drawing/2014/main" val="3675868330"/>
                        </a:ext>
                      </a:extLst>
                    </a:gridCol>
                    <a:gridCol w="1445074">
                      <a:extLst>
                        <a:ext uri="{9D8B030D-6E8A-4147-A177-3AD203B41FA5}">
                          <a16:colId xmlns:a16="http://schemas.microsoft.com/office/drawing/2014/main" val="992856329"/>
                        </a:ext>
                      </a:extLst>
                    </a:gridCol>
                    <a:gridCol w="1008112">
                      <a:extLst>
                        <a:ext uri="{9D8B030D-6E8A-4147-A177-3AD203B41FA5}">
                          <a16:colId xmlns:a16="http://schemas.microsoft.com/office/drawing/2014/main" val="999199911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1345978594"/>
                        </a:ext>
                      </a:extLst>
                    </a:gridCol>
                    <a:gridCol w="1008112">
                      <a:extLst>
                        <a:ext uri="{9D8B030D-6E8A-4147-A177-3AD203B41FA5}">
                          <a16:colId xmlns:a16="http://schemas.microsoft.com/office/drawing/2014/main" val="3770552525"/>
                        </a:ext>
                      </a:extLst>
                    </a:gridCol>
                  </a:tblGrid>
                  <a:tr h="393347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493" t="-1538" r="-1067164" b="-74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28571" t="-1538" r="-200420" b="-74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85455" t="-1538" r="-189091" b="-74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31690" t="-1538" r="-119718" b="-74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69277" t="-1538" r="-2410" b="-74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88016"/>
                      </a:ext>
                    </a:extLst>
                  </a:tr>
                  <a:tr h="59136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28571" t="-68041" r="-200420" b="-396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85455" t="-68041" r="-189091" b="-396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31690" t="-68041" r="-119718" b="-396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69277" t="-68041" r="-2410" b="-3969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8360605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28571" t="-250769" r="-200420" b="-49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85455" t="-250769" r="-189091" b="-49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31690" t="-250769" r="-119718" b="-49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69277" t="-250769" r="-2410" b="-49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6751895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28571" t="-356250" r="-200420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85455" t="-356250" r="-189091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31690" t="-356250" r="-119718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69277" t="-356250" r="-2410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7569118"/>
                      </a:ext>
                    </a:extLst>
                  </a:tr>
                  <a:tr h="59136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28571" t="-297959" r="-200420" b="-1612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85455" t="-297959" r="-189091" b="-1612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31690" t="-297959" r="-119718" b="-1612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69277" t="-297959" r="-2410" b="-1612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4680846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28571" t="-609375" r="-200420" b="-146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85455" t="-609375" r="-189091" b="-146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31690" t="-609375" r="-119718" b="-146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69277" t="-609375" r="-2410" b="-1468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8290415"/>
                      </a:ext>
                    </a:extLst>
                  </a:tr>
                  <a:tr h="55753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28571" t="-493478" r="-200420" b="-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85455" t="-493478" r="-189091" b="-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31690" t="-493478" r="-119718" b="-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69277" t="-493478" r="-2410" b="-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88277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88CD854F-C453-7B1B-7CB1-FB576C7B0B35}"/>
              </a:ext>
            </a:extLst>
          </p:cNvPr>
          <p:cNvSpPr/>
          <p:nvPr/>
        </p:nvSpPr>
        <p:spPr>
          <a:xfrm rot="16831541">
            <a:off x="11043672" y="3267553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5" name="Ellipse 114">
            <a:extLst>
              <a:ext uri="{FF2B5EF4-FFF2-40B4-BE49-F238E27FC236}">
                <a16:creationId xmlns:a16="http://schemas.microsoft.com/office/drawing/2014/main" id="{7AB2F47B-5089-43A3-D91E-EECBD0DF5708}"/>
              </a:ext>
            </a:extLst>
          </p:cNvPr>
          <p:cNvSpPr/>
          <p:nvPr/>
        </p:nvSpPr>
        <p:spPr>
          <a:xfrm>
            <a:off x="11268353" y="3552744"/>
            <a:ext cx="258213" cy="2582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6" name="Rechteck: abgerundete Ecken 115">
            <a:extLst>
              <a:ext uri="{FF2B5EF4-FFF2-40B4-BE49-F238E27FC236}">
                <a16:creationId xmlns:a16="http://schemas.microsoft.com/office/drawing/2014/main" id="{60081C65-C444-115F-93CF-2ECFADAD16BF}"/>
              </a:ext>
            </a:extLst>
          </p:cNvPr>
          <p:cNvSpPr/>
          <p:nvPr/>
        </p:nvSpPr>
        <p:spPr>
          <a:xfrm rot="19386561">
            <a:off x="9341636" y="3489760"/>
            <a:ext cx="1650286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7" name="Rechteck: abgerundete Ecken 116">
            <a:extLst>
              <a:ext uri="{FF2B5EF4-FFF2-40B4-BE49-F238E27FC236}">
                <a16:creationId xmlns:a16="http://schemas.microsoft.com/office/drawing/2014/main" id="{F7929AB4-66A7-EE64-07E0-0CF8006AC1B1}"/>
              </a:ext>
            </a:extLst>
          </p:cNvPr>
          <p:cNvSpPr/>
          <p:nvPr/>
        </p:nvSpPr>
        <p:spPr>
          <a:xfrm rot="16831541">
            <a:off x="10926445" y="3918950"/>
            <a:ext cx="795160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8" name="Rechteck: abgerundete Ecken 117">
            <a:extLst>
              <a:ext uri="{FF2B5EF4-FFF2-40B4-BE49-F238E27FC236}">
                <a16:creationId xmlns:a16="http://schemas.microsoft.com/office/drawing/2014/main" id="{285FDC31-238B-A0D7-B050-F8728DCF7248}"/>
              </a:ext>
            </a:extLst>
          </p:cNvPr>
          <p:cNvSpPr/>
          <p:nvPr/>
        </p:nvSpPr>
        <p:spPr>
          <a:xfrm rot="563368">
            <a:off x="9474191" y="4053909"/>
            <a:ext cx="192730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922A8FCD-CF51-FBDD-5F79-7E0B95F7ADB7}"/>
              </a:ext>
            </a:extLst>
          </p:cNvPr>
          <p:cNvGrpSpPr/>
          <p:nvPr/>
        </p:nvGrpSpPr>
        <p:grpSpPr>
          <a:xfrm>
            <a:off x="6855448" y="1748193"/>
            <a:ext cx="299895" cy="834655"/>
            <a:chOff x="4055360" y="333121"/>
            <a:chExt cx="347033" cy="965849"/>
          </a:xfrm>
        </p:grpSpPr>
        <p:sp>
          <p:nvSpPr>
            <p:cNvPr id="120" name="Rechteck: abgerundete Ecken 119">
              <a:extLst>
                <a:ext uri="{FF2B5EF4-FFF2-40B4-BE49-F238E27FC236}">
                  <a16:creationId xmlns:a16="http://schemas.microsoft.com/office/drawing/2014/main" id="{808B60DB-1801-BB33-380C-619A02395703}"/>
                </a:ext>
              </a:extLst>
            </p:cNvPr>
            <p:cNvSpPr/>
            <p:nvPr/>
          </p:nvSpPr>
          <p:spPr>
            <a:xfrm rot="16831541">
              <a:off x="3795362" y="670152"/>
              <a:ext cx="94406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1" name="Ellipse 120">
              <a:extLst>
                <a:ext uri="{FF2B5EF4-FFF2-40B4-BE49-F238E27FC236}">
                  <a16:creationId xmlns:a16="http://schemas.microsoft.com/office/drawing/2014/main" id="{707F1336-0793-4326-BD28-471CD72DE378}"/>
                </a:ext>
              </a:extLst>
            </p:cNvPr>
            <p:cNvSpPr/>
            <p:nvPr/>
          </p:nvSpPr>
          <p:spPr>
            <a:xfrm>
              <a:off x="4055360" y="1000170"/>
              <a:ext cx="298800" cy="298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2" name="Bogen 121">
              <a:extLst>
                <a:ext uri="{FF2B5EF4-FFF2-40B4-BE49-F238E27FC236}">
                  <a16:creationId xmlns:a16="http://schemas.microsoft.com/office/drawing/2014/main" id="{67CED591-2EE9-5A9A-7C12-C9D685E2B4D2}"/>
                </a:ext>
              </a:extLst>
            </p:cNvPr>
            <p:cNvSpPr/>
            <p:nvPr/>
          </p:nvSpPr>
          <p:spPr>
            <a:xfrm rot="406834">
              <a:off x="4069150" y="997471"/>
              <a:ext cx="273600" cy="273600"/>
            </a:xfrm>
            <a:prstGeom prst="arc">
              <a:avLst>
                <a:gd name="adj1" fmla="val 11391794"/>
                <a:gd name="adj2" fmla="val 0"/>
              </a:avLst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23" name="Bogen 122">
            <a:extLst>
              <a:ext uri="{FF2B5EF4-FFF2-40B4-BE49-F238E27FC236}">
                <a16:creationId xmlns:a16="http://schemas.microsoft.com/office/drawing/2014/main" id="{B08CEC98-F189-441D-13C3-0AB129BD0CBD}"/>
              </a:ext>
            </a:extLst>
          </p:cNvPr>
          <p:cNvSpPr/>
          <p:nvPr/>
        </p:nvSpPr>
        <p:spPr>
          <a:xfrm rot="406834">
            <a:off x="11280270" y="3550411"/>
            <a:ext cx="236436" cy="236436"/>
          </a:xfrm>
          <a:prstGeom prst="arc">
            <a:avLst>
              <a:gd name="adj1" fmla="val 11391794"/>
              <a:gd name="adj2" fmla="val 0"/>
            </a:avLst>
          </a:prstGeom>
          <a:ln>
            <a:noFill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4" name="Rechteck: abgerundete Ecken 123">
            <a:extLst>
              <a:ext uri="{FF2B5EF4-FFF2-40B4-BE49-F238E27FC236}">
                <a16:creationId xmlns:a16="http://schemas.microsoft.com/office/drawing/2014/main" id="{A8D6D690-A3CA-BB3C-1D83-7BDEF88811C5}"/>
              </a:ext>
            </a:extLst>
          </p:cNvPr>
          <p:cNvSpPr/>
          <p:nvPr/>
        </p:nvSpPr>
        <p:spPr>
          <a:xfrm rot="16200000">
            <a:off x="5773915" y="5240486"/>
            <a:ext cx="1229765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5" name="Rechteck: abgerundete Ecken 124">
            <a:extLst>
              <a:ext uri="{FF2B5EF4-FFF2-40B4-BE49-F238E27FC236}">
                <a16:creationId xmlns:a16="http://schemas.microsoft.com/office/drawing/2014/main" id="{D7B77DDB-2441-A20E-5214-5B793FC93488}"/>
              </a:ext>
            </a:extLst>
          </p:cNvPr>
          <p:cNvSpPr/>
          <p:nvPr/>
        </p:nvSpPr>
        <p:spPr>
          <a:xfrm rot="17400611">
            <a:off x="5987167" y="4338824"/>
            <a:ext cx="11023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26" name="Gerade Verbindung mit Pfeil 125">
            <a:extLst>
              <a:ext uri="{FF2B5EF4-FFF2-40B4-BE49-F238E27FC236}">
                <a16:creationId xmlns:a16="http://schemas.microsoft.com/office/drawing/2014/main" id="{DF3EFF9C-8398-FE03-188F-61A9A793C22E}"/>
              </a:ext>
            </a:extLst>
          </p:cNvPr>
          <p:cNvCxnSpPr/>
          <p:nvPr/>
        </p:nvCxnSpPr>
        <p:spPr>
          <a:xfrm>
            <a:off x="6388798" y="5876630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Gerade Verbindung mit Pfeil 126">
            <a:extLst>
              <a:ext uri="{FF2B5EF4-FFF2-40B4-BE49-F238E27FC236}">
                <a16:creationId xmlns:a16="http://schemas.microsoft.com/office/drawing/2014/main" id="{DFA9D9EF-4D87-3073-22AB-7E585CBB3F05}"/>
              </a:ext>
            </a:extLst>
          </p:cNvPr>
          <p:cNvCxnSpPr>
            <a:cxnSpLocks/>
          </p:cNvCxnSpPr>
          <p:nvPr/>
        </p:nvCxnSpPr>
        <p:spPr>
          <a:xfrm flipV="1">
            <a:off x="6388798" y="5409980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Gerade Verbindung mit Pfeil 127">
            <a:extLst>
              <a:ext uri="{FF2B5EF4-FFF2-40B4-BE49-F238E27FC236}">
                <a16:creationId xmlns:a16="http://schemas.microsoft.com/office/drawing/2014/main" id="{CC8ADB8E-1C52-075B-DC9D-A6E31847E8CE}"/>
              </a:ext>
            </a:extLst>
          </p:cNvPr>
          <p:cNvCxnSpPr>
            <a:cxnSpLocks/>
          </p:cNvCxnSpPr>
          <p:nvPr/>
        </p:nvCxnSpPr>
        <p:spPr>
          <a:xfrm flipV="1">
            <a:off x="6155472" y="5876630"/>
            <a:ext cx="233325" cy="233325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Gerade Verbindung mit Pfeil 128">
            <a:extLst>
              <a:ext uri="{FF2B5EF4-FFF2-40B4-BE49-F238E27FC236}">
                <a16:creationId xmlns:a16="http://schemas.microsoft.com/office/drawing/2014/main" id="{77CD5B2D-D230-4891-FBBF-054F19082E8D}"/>
              </a:ext>
            </a:extLst>
          </p:cNvPr>
          <p:cNvCxnSpPr>
            <a:cxnSpLocks/>
          </p:cNvCxnSpPr>
          <p:nvPr/>
        </p:nvCxnSpPr>
        <p:spPr>
          <a:xfrm flipV="1">
            <a:off x="6384407" y="4856844"/>
            <a:ext cx="0" cy="466650"/>
          </a:xfrm>
          <a:prstGeom prst="straightConnector1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Gerade Verbindung mit Pfeil 129">
            <a:extLst>
              <a:ext uri="{FF2B5EF4-FFF2-40B4-BE49-F238E27FC236}">
                <a16:creationId xmlns:a16="http://schemas.microsoft.com/office/drawing/2014/main" id="{CD122246-81C6-BB0A-B363-80F8DFF89971}"/>
              </a:ext>
            </a:extLst>
          </p:cNvPr>
          <p:cNvCxnSpPr/>
          <p:nvPr/>
        </p:nvCxnSpPr>
        <p:spPr>
          <a:xfrm>
            <a:off x="6388798" y="4856844"/>
            <a:ext cx="4666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Gerade Verbindung mit Pfeil 130">
            <a:extLst>
              <a:ext uri="{FF2B5EF4-FFF2-40B4-BE49-F238E27FC236}">
                <a16:creationId xmlns:a16="http://schemas.microsoft.com/office/drawing/2014/main" id="{6B56554C-6C99-FC8C-8989-B9E7E831BA66}"/>
              </a:ext>
            </a:extLst>
          </p:cNvPr>
          <p:cNvCxnSpPr>
            <a:cxnSpLocks/>
          </p:cNvCxnSpPr>
          <p:nvPr/>
        </p:nvCxnSpPr>
        <p:spPr>
          <a:xfrm flipV="1">
            <a:off x="6388798" y="4623519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echteck: abgerundete Ecken 131">
            <a:extLst>
              <a:ext uri="{FF2B5EF4-FFF2-40B4-BE49-F238E27FC236}">
                <a16:creationId xmlns:a16="http://schemas.microsoft.com/office/drawing/2014/main" id="{E2F002EB-492C-550B-A36C-01EB57B40586}"/>
              </a:ext>
            </a:extLst>
          </p:cNvPr>
          <p:cNvSpPr/>
          <p:nvPr/>
        </p:nvSpPr>
        <p:spPr>
          <a:xfrm rot="16831541">
            <a:off x="6193693" y="3463393"/>
            <a:ext cx="1157138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33" name="Gerade Verbindung mit Pfeil 132">
            <a:extLst>
              <a:ext uri="{FF2B5EF4-FFF2-40B4-BE49-F238E27FC236}">
                <a16:creationId xmlns:a16="http://schemas.microsoft.com/office/drawing/2014/main" id="{46B75A83-5319-378E-DAB0-A5FB309E10A9}"/>
              </a:ext>
            </a:extLst>
          </p:cNvPr>
          <p:cNvCxnSpPr>
            <a:cxnSpLocks/>
          </p:cNvCxnSpPr>
          <p:nvPr/>
        </p:nvCxnSpPr>
        <p:spPr>
          <a:xfrm rot="600000" flipV="1">
            <a:off x="10750376" y="2723321"/>
            <a:ext cx="0" cy="4666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Gerade Verbindung mit Pfeil 133">
            <a:extLst>
              <a:ext uri="{FF2B5EF4-FFF2-40B4-BE49-F238E27FC236}">
                <a16:creationId xmlns:a16="http://schemas.microsoft.com/office/drawing/2014/main" id="{06341B4E-0496-256A-FE7D-E6BA05158E8C}"/>
              </a:ext>
            </a:extLst>
          </p:cNvPr>
          <p:cNvCxnSpPr>
            <a:cxnSpLocks/>
          </p:cNvCxnSpPr>
          <p:nvPr/>
        </p:nvCxnSpPr>
        <p:spPr>
          <a:xfrm rot="600000">
            <a:off x="10706246" y="3226944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Gerade Verbindung mit Pfeil 134">
            <a:extLst>
              <a:ext uri="{FF2B5EF4-FFF2-40B4-BE49-F238E27FC236}">
                <a16:creationId xmlns:a16="http://schemas.microsoft.com/office/drawing/2014/main" id="{EB6C3798-40C5-D0D7-51A2-808D20691B91}"/>
              </a:ext>
            </a:extLst>
          </p:cNvPr>
          <p:cNvCxnSpPr>
            <a:cxnSpLocks/>
          </p:cNvCxnSpPr>
          <p:nvPr/>
        </p:nvCxnSpPr>
        <p:spPr>
          <a:xfrm rot="600000" flipV="1">
            <a:off x="10728276" y="2975132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Gerade Verbindung mit Pfeil 135">
            <a:extLst>
              <a:ext uri="{FF2B5EF4-FFF2-40B4-BE49-F238E27FC236}">
                <a16:creationId xmlns:a16="http://schemas.microsoft.com/office/drawing/2014/main" id="{AEE0AD95-E824-E853-A12E-4BEE28CF7EC9}"/>
              </a:ext>
            </a:extLst>
          </p:cNvPr>
          <p:cNvCxnSpPr>
            <a:cxnSpLocks/>
          </p:cNvCxnSpPr>
          <p:nvPr/>
        </p:nvCxnSpPr>
        <p:spPr>
          <a:xfrm rot="600000" flipV="1">
            <a:off x="11312235" y="3845295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Gerade Verbindung mit Pfeil 136">
            <a:extLst>
              <a:ext uri="{FF2B5EF4-FFF2-40B4-BE49-F238E27FC236}">
                <a16:creationId xmlns:a16="http://schemas.microsoft.com/office/drawing/2014/main" id="{5A2723BF-6039-49A8-95CC-BFBD484E93B3}"/>
              </a:ext>
            </a:extLst>
          </p:cNvPr>
          <p:cNvCxnSpPr>
            <a:cxnSpLocks/>
          </p:cNvCxnSpPr>
          <p:nvPr/>
        </p:nvCxnSpPr>
        <p:spPr>
          <a:xfrm rot="600000">
            <a:off x="11268105" y="4348918"/>
            <a:ext cx="466650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Gerade Verbindung mit Pfeil 137">
            <a:extLst>
              <a:ext uri="{FF2B5EF4-FFF2-40B4-BE49-F238E27FC236}">
                <a16:creationId xmlns:a16="http://schemas.microsoft.com/office/drawing/2014/main" id="{50D02628-67FF-AB20-01C6-76EC42ABE58D}"/>
              </a:ext>
            </a:extLst>
          </p:cNvPr>
          <p:cNvCxnSpPr>
            <a:cxnSpLocks/>
          </p:cNvCxnSpPr>
          <p:nvPr/>
        </p:nvCxnSpPr>
        <p:spPr>
          <a:xfrm rot="600000" flipV="1">
            <a:off x="11290135" y="4097107"/>
            <a:ext cx="233325" cy="233325"/>
          </a:xfrm>
          <a:prstGeom prst="straightConnector1">
            <a:avLst/>
          </a:prstGeom>
          <a:ln>
            <a:solidFill>
              <a:schemeClr val="accent6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hteck: abgerundete Ecken 138">
            <a:extLst>
              <a:ext uri="{FF2B5EF4-FFF2-40B4-BE49-F238E27FC236}">
                <a16:creationId xmlns:a16="http://schemas.microsoft.com/office/drawing/2014/main" id="{01FA1F86-75C7-5E7F-DE8A-F56A08C897ED}"/>
              </a:ext>
            </a:extLst>
          </p:cNvPr>
          <p:cNvSpPr/>
          <p:nvPr/>
        </p:nvSpPr>
        <p:spPr>
          <a:xfrm rot="16831541">
            <a:off x="6501163" y="2712314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0" name="Ellipse 139">
            <a:extLst>
              <a:ext uri="{FF2B5EF4-FFF2-40B4-BE49-F238E27FC236}">
                <a16:creationId xmlns:a16="http://schemas.microsoft.com/office/drawing/2014/main" id="{B972A491-790A-8ABF-AE7F-F2B9B4B68FAD}"/>
              </a:ext>
            </a:extLst>
          </p:cNvPr>
          <p:cNvSpPr/>
          <p:nvPr/>
        </p:nvSpPr>
        <p:spPr>
          <a:xfrm>
            <a:off x="9159629" y="2275370"/>
            <a:ext cx="2955452" cy="2955452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1" name="Ellipse 140">
            <a:extLst>
              <a:ext uri="{FF2B5EF4-FFF2-40B4-BE49-F238E27FC236}">
                <a16:creationId xmlns:a16="http://schemas.microsoft.com/office/drawing/2014/main" id="{83DC94E3-04BF-90F4-97B4-DEFCC258683B}"/>
              </a:ext>
            </a:extLst>
          </p:cNvPr>
          <p:cNvSpPr/>
          <p:nvPr/>
        </p:nvSpPr>
        <p:spPr>
          <a:xfrm>
            <a:off x="6489536" y="2601453"/>
            <a:ext cx="933301" cy="933301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BDCFC949-8868-03A6-AD3A-93B69E961CA3}"/>
              </a:ext>
            </a:extLst>
          </p:cNvPr>
          <p:cNvCxnSpPr>
            <a:cxnSpLocks/>
            <a:stCxn id="141" idx="0"/>
            <a:endCxn id="140" idx="0"/>
          </p:cNvCxnSpPr>
          <p:nvPr/>
        </p:nvCxnSpPr>
        <p:spPr>
          <a:xfrm flipV="1">
            <a:off x="6956186" y="2275370"/>
            <a:ext cx="3681169" cy="3260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Gerader Verbinder 142">
            <a:extLst>
              <a:ext uri="{FF2B5EF4-FFF2-40B4-BE49-F238E27FC236}">
                <a16:creationId xmlns:a16="http://schemas.microsoft.com/office/drawing/2014/main" id="{A351104D-2304-EB26-4646-CDD4F7EE2892}"/>
              </a:ext>
            </a:extLst>
          </p:cNvPr>
          <p:cNvCxnSpPr>
            <a:cxnSpLocks/>
          </p:cNvCxnSpPr>
          <p:nvPr/>
        </p:nvCxnSpPr>
        <p:spPr>
          <a:xfrm flipH="1" flipV="1">
            <a:off x="6809523" y="3527023"/>
            <a:ext cx="3197008" cy="156314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Textfeld 143">
                <a:extLst>
                  <a:ext uri="{FF2B5EF4-FFF2-40B4-BE49-F238E27FC236}">
                    <a16:creationId xmlns:a16="http://schemas.microsoft.com/office/drawing/2014/main" id="{B1DA9F4A-C377-763E-852D-422F7101FD1F}"/>
                  </a:ext>
                </a:extLst>
              </p:cNvPr>
              <p:cNvSpPr txBox="1"/>
              <p:nvPr/>
            </p:nvSpPr>
            <p:spPr>
              <a:xfrm>
                <a:off x="6143425" y="6033226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44" name="Textfeld 143">
                <a:extLst>
                  <a:ext uri="{FF2B5EF4-FFF2-40B4-BE49-F238E27FC236}">
                    <a16:creationId xmlns:a16="http://schemas.microsoft.com/office/drawing/2014/main" id="{B1DA9F4A-C377-763E-852D-422F7101F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425" y="6033226"/>
                <a:ext cx="237656" cy="239373"/>
              </a:xfrm>
              <a:prstGeom prst="rect">
                <a:avLst/>
              </a:prstGeom>
              <a:blipFill>
                <a:blip r:embed="rId34"/>
                <a:stretch>
                  <a:fillRect l="-35897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feld 144">
                <a:extLst>
                  <a:ext uri="{FF2B5EF4-FFF2-40B4-BE49-F238E27FC236}">
                    <a16:creationId xmlns:a16="http://schemas.microsoft.com/office/drawing/2014/main" id="{F07C2BF0-F2AF-4663-3FF4-5AF442FF2B28}"/>
                  </a:ext>
                </a:extLst>
              </p:cNvPr>
              <p:cNvSpPr txBox="1"/>
              <p:nvPr/>
            </p:nvSpPr>
            <p:spPr>
              <a:xfrm>
                <a:off x="6873125" y="572583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45" name="Textfeld 144">
                <a:extLst>
                  <a:ext uri="{FF2B5EF4-FFF2-40B4-BE49-F238E27FC236}">
                    <a16:creationId xmlns:a16="http://schemas.microsoft.com/office/drawing/2014/main" id="{F07C2BF0-F2AF-4663-3FF4-5AF442FF2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125" y="5725833"/>
                <a:ext cx="237656" cy="239373"/>
              </a:xfrm>
              <a:prstGeom prst="rect">
                <a:avLst/>
              </a:prstGeom>
              <a:blipFill>
                <a:blip r:embed="rId35"/>
                <a:stretch>
                  <a:fillRect l="-46154" r="-5128" b="-4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feld 145">
                <a:extLst>
                  <a:ext uri="{FF2B5EF4-FFF2-40B4-BE49-F238E27FC236}">
                    <a16:creationId xmlns:a16="http://schemas.microsoft.com/office/drawing/2014/main" id="{DAFB60BF-336C-5AB3-AEE1-019909867D8D}"/>
                  </a:ext>
                </a:extLst>
              </p:cNvPr>
              <p:cNvSpPr txBox="1"/>
              <p:nvPr/>
            </p:nvSpPr>
            <p:spPr>
              <a:xfrm>
                <a:off x="6176680" y="5194180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46" name="Textfeld 145">
                <a:extLst>
                  <a:ext uri="{FF2B5EF4-FFF2-40B4-BE49-F238E27FC236}">
                    <a16:creationId xmlns:a16="http://schemas.microsoft.com/office/drawing/2014/main" id="{DAFB60BF-336C-5AB3-AEE1-019909867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680" y="5194180"/>
                <a:ext cx="225022" cy="239373"/>
              </a:xfrm>
              <a:prstGeom prst="rect">
                <a:avLst/>
              </a:prstGeom>
              <a:blipFill>
                <a:blip r:embed="rId36"/>
                <a:stretch>
                  <a:fillRect l="-37838" r="-2703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feld 146">
                <a:extLst>
                  <a:ext uri="{FF2B5EF4-FFF2-40B4-BE49-F238E27FC236}">
                    <a16:creationId xmlns:a16="http://schemas.microsoft.com/office/drawing/2014/main" id="{319D05B8-35B2-5C34-CBF5-C721087AA212}"/>
                  </a:ext>
                </a:extLst>
              </p:cNvPr>
              <p:cNvSpPr txBox="1"/>
              <p:nvPr/>
            </p:nvSpPr>
            <p:spPr>
              <a:xfrm>
                <a:off x="6450504" y="5119802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47" name="Textfeld 146">
                <a:extLst>
                  <a:ext uri="{FF2B5EF4-FFF2-40B4-BE49-F238E27FC236}">
                    <a16:creationId xmlns:a16="http://schemas.microsoft.com/office/drawing/2014/main" id="{319D05B8-35B2-5C34-CBF5-C721087AA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504" y="5119802"/>
                <a:ext cx="237656" cy="239373"/>
              </a:xfrm>
              <a:prstGeom prst="rect">
                <a:avLst/>
              </a:prstGeom>
              <a:blipFill>
                <a:blip r:embed="rId37"/>
                <a:stretch>
                  <a:fillRect l="-46154" r="-2564" b="-487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feld 147">
                <a:extLst>
                  <a:ext uri="{FF2B5EF4-FFF2-40B4-BE49-F238E27FC236}">
                    <a16:creationId xmlns:a16="http://schemas.microsoft.com/office/drawing/2014/main" id="{90A15151-24D4-81D0-5AD7-62E86A96E1BF}"/>
                  </a:ext>
                </a:extLst>
              </p:cNvPr>
              <p:cNvSpPr txBox="1"/>
              <p:nvPr/>
            </p:nvSpPr>
            <p:spPr>
              <a:xfrm>
                <a:off x="6873125" y="4798669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48" name="Textfeld 147">
                <a:extLst>
                  <a:ext uri="{FF2B5EF4-FFF2-40B4-BE49-F238E27FC236}">
                    <a16:creationId xmlns:a16="http://schemas.microsoft.com/office/drawing/2014/main" id="{90A15151-24D4-81D0-5AD7-62E86A96E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125" y="4798669"/>
                <a:ext cx="237656" cy="239373"/>
              </a:xfrm>
              <a:prstGeom prst="rect">
                <a:avLst/>
              </a:prstGeom>
              <a:blipFill>
                <a:blip r:embed="rId38"/>
                <a:stretch>
                  <a:fillRect l="-35897" r="-2564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feld 148">
                <a:extLst>
                  <a:ext uri="{FF2B5EF4-FFF2-40B4-BE49-F238E27FC236}">
                    <a16:creationId xmlns:a16="http://schemas.microsoft.com/office/drawing/2014/main" id="{E30DA302-CA99-6437-2729-10CDF81DA96D}"/>
                  </a:ext>
                </a:extLst>
              </p:cNvPr>
              <p:cNvSpPr txBox="1"/>
              <p:nvPr/>
            </p:nvSpPr>
            <p:spPr>
              <a:xfrm>
                <a:off x="6605440" y="4345625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49" name="Textfeld 148">
                <a:extLst>
                  <a:ext uri="{FF2B5EF4-FFF2-40B4-BE49-F238E27FC236}">
                    <a16:creationId xmlns:a16="http://schemas.microsoft.com/office/drawing/2014/main" id="{E30DA302-CA99-6437-2729-10CDF81DA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440" y="4345625"/>
                <a:ext cx="225022" cy="239373"/>
              </a:xfrm>
              <a:prstGeom prst="rect">
                <a:avLst/>
              </a:prstGeom>
              <a:blipFill>
                <a:blip r:embed="rId39"/>
                <a:stretch>
                  <a:fillRect l="-41667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0" name="Gerade Verbindung mit Pfeil 149">
            <a:extLst>
              <a:ext uri="{FF2B5EF4-FFF2-40B4-BE49-F238E27FC236}">
                <a16:creationId xmlns:a16="http://schemas.microsoft.com/office/drawing/2014/main" id="{59896384-3E91-5AD2-40A0-C32609017D57}"/>
              </a:ext>
            </a:extLst>
          </p:cNvPr>
          <p:cNvCxnSpPr>
            <a:cxnSpLocks/>
          </p:cNvCxnSpPr>
          <p:nvPr/>
        </p:nvCxnSpPr>
        <p:spPr>
          <a:xfrm rot="1200000" flipV="1">
            <a:off x="6768547" y="3604337"/>
            <a:ext cx="0" cy="4666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Gerade Verbindung mit Pfeil 150">
            <a:extLst>
              <a:ext uri="{FF2B5EF4-FFF2-40B4-BE49-F238E27FC236}">
                <a16:creationId xmlns:a16="http://schemas.microsoft.com/office/drawing/2014/main" id="{0ED3B387-6CA2-A56F-EAB2-5D324B75ABB6}"/>
              </a:ext>
            </a:extLst>
          </p:cNvPr>
          <p:cNvCxnSpPr>
            <a:cxnSpLocks/>
          </p:cNvCxnSpPr>
          <p:nvPr/>
        </p:nvCxnSpPr>
        <p:spPr>
          <a:xfrm rot="1200000">
            <a:off x="6669824" y="4130704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Gerade Verbindung mit Pfeil 151">
            <a:extLst>
              <a:ext uri="{FF2B5EF4-FFF2-40B4-BE49-F238E27FC236}">
                <a16:creationId xmlns:a16="http://schemas.microsoft.com/office/drawing/2014/main" id="{147BAE3D-A5E1-143F-70C4-04A2899A1B55}"/>
              </a:ext>
            </a:extLst>
          </p:cNvPr>
          <p:cNvCxnSpPr>
            <a:cxnSpLocks/>
          </p:cNvCxnSpPr>
          <p:nvPr/>
        </p:nvCxnSpPr>
        <p:spPr>
          <a:xfrm rot="1200000" flipV="1">
            <a:off x="6716761" y="3864511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Gerade Verbindung mit Pfeil 152">
            <a:extLst>
              <a:ext uri="{FF2B5EF4-FFF2-40B4-BE49-F238E27FC236}">
                <a16:creationId xmlns:a16="http://schemas.microsoft.com/office/drawing/2014/main" id="{62189467-4B01-B945-D8C4-B59403079FAD}"/>
              </a:ext>
            </a:extLst>
          </p:cNvPr>
          <p:cNvCxnSpPr>
            <a:cxnSpLocks/>
          </p:cNvCxnSpPr>
          <p:nvPr/>
        </p:nvCxnSpPr>
        <p:spPr>
          <a:xfrm rot="600000" flipV="1">
            <a:off x="6890036" y="2667553"/>
            <a:ext cx="0" cy="4666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Gerade Verbindung mit Pfeil 153">
            <a:extLst>
              <a:ext uri="{FF2B5EF4-FFF2-40B4-BE49-F238E27FC236}">
                <a16:creationId xmlns:a16="http://schemas.microsoft.com/office/drawing/2014/main" id="{AA3AE2A6-4F6E-6671-CA43-D2A30186D8A4}"/>
              </a:ext>
            </a:extLst>
          </p:cNvPr>
          <p:cNvCxnSpPr>
            <a:cxnSpLocks/>
          </p:cNvCxnSpPr>
          <p:nvPr/>
        </p:nvCxnSpPr>
        <p:spPr>
          <a:xfrm rot="600000">
            <a:off x="6845907" y="3171176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Gerade Verbindung mit Pfeil 154">
            <a:extLst>
              <a:ext uri="{FF2B5EF4-FFF2-40B4-BE49-F238E27FC236}">
                <a16:creationId xmlns:a16="http://schemas.microsoft.com/office/drawing/2014/main" id="{77952684-5CA9-9147-022F-294515535019}"/>
              </a:ext>
            </a:extLst>
          </p:cNvPr>
          <p:cNvCxnSpPr>
            <a:cxnSpLocks/>
          </p:cNvCxnSpPr>
          <p:nvPr/>
        </p:nvCxnSpPr>
        <p:spPr>
          <a:xfrm rot="600000" flipV="1">
            <a:off x="6867936" y="2919364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Gerade Verbindung mit Pfeil 155">
            <a:extLst>
              <a:ext uri="{FF2B5EF4-FFF2-40B4-BE49-F238E27FC236}">
                <a16:creationId xmlns:a16="http://schemas.microsoft.com/office/drawing/2014/main" id="{F612BC9F-6F4D-F2BA-97BF-2C088D29F0A3}"/>
              </a:ext>
            </a:extLst>
          </p:cNvPr>
          <p:cNvCxnSpPr>
            <a:cxnSpLocks/>
          </p:cNvCxnSpPr>
          <p:nvPr/>
        </p:nvCxnSpPr>
        <p:spPr>
          <a:xfrm rot="600000" flipV="1">
            <a:off x="6890037" y="2667554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Gerade Verbindung mit Pfeil 156">
            <a:extLst>
              <a:ext uri="{FF2B5EF4-FFF2-40B4-BE49-F238E27FC236}">
                <a16:creationId xmlns:a16="http://schemas.microsoft.com/office/drawing/2014/main" id="{A899262B-BB4E-EA02-ECAA-BA5772BD3976}"/>
              </a:ext>
            </a:extLst>
          </p:cNvPr>
          <p:cNvCxnSpPr>
            <a:cxnSpLocks/>
          </p:cNvCxnSpPr>
          <p:nvPr/>
        </p:nvCxnSpPr>
        <p:spPr>
          <a:xfrm rot="600000">
            <a:off x="6845908" y="3171176"/>
            <a:ext cx="466650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Gerade Verbindung mit Pfeil 157">
            <a:extLst>
              <a:ext uri="{FF2B5EF4-FFF2-40B4-BE49-F238E27FC236}">
                <a16:creationId xmlns:a16="http://schemas.microsoft.com/office/drawing/2014/main" id="{58B52C09-A766-5211-0788-2619584D6E77}"/>
              </a:ext>
            </a:extLst>
          </p:cNvPr>
          <p:cNvCxnSpPr>
            <a:cxnSpLocks/>
          </p:cNvCxnSpPr>
          <p:nvPr/>
        </p:nvCxnSpPr>
        <p:spPr>
          <a:xfrm rot="600000" flipV="1">
            <a:off x="6865121" y="2919859"/>
            <a:ext cx="233325" cy="233325"/>
          </a:xfrm>
          <a:prstGeom prst="straightConnector1">
            <a:avLst/>
          </a:prstGeom>
          <a:ln>
            <a:solidFill>
              <a:schemeClr val="accent6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feld 158">
                <a:extLst>
                  <a:ext uri="{FF2B5EF4-FFF2-40B4-BE49-F238E27FC236}">
                    <a16:creationId xmlns:a16="http://schemas.microsoft.com/office/drawing/2014/main" id="{28BC25D7-0949-471B-A0DE-FBE8C19AD010}"/>
                  </a:ext>
                </a:extLst>
              </p:cNvPr>
              <p:cNvSpPr txBox="1"/>
              <p:nvPr/>
            </p:nvSpPr>
            <p:spPr>
              <a:xfrm>
                <a:off x="7101707" y="4133250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59" name="Textfeld 158">
                <a:extLst>
                  <a:ext uri="{FF2B5EF4-FFF2-40B4-BE49-F238E27FC236}">
                    <a16:creationId xmlns:a16="http://schemas.microsoft.com/office/drawing/2014/main" id="{28BC25D7-0949-471B-A0DE-FBE8C19AD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707" y="4133250"/>
                <a:ext cx="237656" cy="239373"/>
              </a:xfrm>
              <a:prstGeom prst="rect">
                <a:avLst/>
              </a:prstGeom>
              <a:blipFill>
                <a:blip r:embed="rId40"/>
                <a:stretch>
                  <a:fillRect l="-46154" r="-5128" b="-487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feld 159">
                <a:extLst>
                  <a:ext uri="{FF2B5EF4-FFF2-40B4-BE49-F238E27FC236}">
                    <a16:creationId xmlns:a16="http://schemas.microsoft.com/office/drawing/2014/main" id="{C08381C0-A2C4-34F7-030F-FE7C0B683E63}"/>
                  </a:ext>
                </a:extLst>
              </p:cNvPr>
              <p:cNvSpPr txBox="1"/>
              <p:nvPr/>
            </p:nvSpPr>
            <p:spPr>
              <a:xfrm>
                <a:off x="6607797" y="3369322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60" name="Textfeld 159">
                <a:extLst>
                  <a:ext uri="{FF2B5EF4-FFF2-40B4-BE49-F238E27FC236}">
                    <a16:creationId xmlns:a16="http://schemas.microsoft.com/office/drawing/2014/main" id="{C08381C0-A2C4-34F7-030F-FE7C0B683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7797" y="3369322"/>
                <a:ext cx="237656" cy="239373"/>
              </a:xfrm>
              <a:prstGeom prst="rect">
                <a:avLst/>
              </a:prstGeom>
              <a:blipFill>
                <a:blip r:embed="rId41"/>
                <a:stretch>
                  <a:fillRect l="-35897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feld 160">
                <a:extLst>
                  <a:ext uri="{FF2B5EF4-FFF2-40B4-BE49-F238E27FC236}">
                    <a16:creationId xmlns:a16="http://schemas.microsoft.com/office/drawing/2014/main" id="{2681FAFF-7860-AFE0-5301-1F30EFD6C242}"/>
                  </a:ext>
                </a:extLst>
              </p:cNvPr>
              <p:cNvSpPr txBox="1"/>
              <p:nvPr/>
            </p:nvSpPr>
            <p:spPr>
              <a:xfrm>
                <a:off x="7007045" y="3663186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61" name="Textfeld 160">
                <a:extLst>
                  <a:ext uri="{FF2B5EF4-FFF2-40B4-BE49-F238E27FC236}">
                    <a16:creationId xmlns:a16="http://schemas.microsoft.com/office/drawing/2014/main" id="{2681FAFF-7860-AFE0-5301-1F30EFD6C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045" y="3663186"/>
                <a:ext cx="225022" cy="239373"/>
              </a:xfrm>
              <a:prstGeom prst="rect">
                <a:avLst/>
              </a:prstGeom>
              <a:blipFill>
                <a:blip r:embed="rId42"/>
                <a:stretch>
                  <a:fillRect l="-37838" r="-2703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feld 161">
                <a:extLst>
                  <a:ext uri="{FF2B5EF4-FFF2-40B4-BE49-F238E27FC236}">
                    <a16:creationId xmlns:a16="http://schemas.microsoft.com/office/drawing/2014/main" id="{3797308F-FFF5-3C92-77CB-49F410FE3767}"/>
                  </a:ext>
                </a:extLst>
              </p:cNvPr>
              <p:cNvSpPr txBox="1"/>
              <p:nvPr/>
            </p:nvSpPr>
            <p:spPr>
              <a:xfrm>
                <a:off x="11145121" y="3185130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62" name="Textfeld 161">
                <a:extLst>
                  <a:ext uri="{FF2B5EF4-FFF2-40B4-BE49-F238E27FC236}">
                    <a16:creationId xmlns:a16="http://schemas.microsoft.com/office/drawing/2014/main" id="{3797308F-FFF5-3C92-77CB-49F410FE3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5121" y="3185130"/>
                <a:ext cx="237656" cy="239373"/>
              </a:xfrm>
              <a:prstGeom prst="rect">
                <a:avLst/>
              </a:prstGeom>
              <a:blipFill>
                <a:blip r:embed="rId43"/>
                <a:stretch>
                  <a:fillRect l="-46154" r="-5128" b="-4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feld 162">
                <a:extLst>
                  <a:ext uri="{FF2B5EF4-FFF2-40B4-BE49-F238E27FC236}">
                    <a16:creationId xmlns:a16="http://schemas.microsoft.com/office/drawing/2014/main" id="{C1E3AB13-F412-A73E-AEE0-96A5A4D7F8F2}"/>
                  </a:ext>
                </a:extLst>
              </p:cNvPr>
              <p:cNvSpPr txBox="1"/>
              <p:nvPr/>
            </p:nvSpPr>
            <p:spPr>
              <a:xfrm>
                <a:off x="10969168" y="2735090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63" name="Textfeld 162">
                <a:extLst>
                  <a:ext uri="{FF2B5EF4-FFF2-40B4-BE49-F238E27FC236}">
                    <a16:creationId xmlns:a16="http://schemas.microsoft.com/office/drawing/2014/main" id="{C1E3AB13-F412-A73E-AEE0-96A5A4D7F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168" y="2735090"/>
                <a:ext cx="225022" cy="239373"/>
              </a:xfrm>
              <a:prstGeom prst="rect">
                <a:avLst/>
              </a:prstGeom>
              <a:blipFill>
                <a:blip r:embed="rId44"/>
                <a:stretch>
                  <a:fillRect l="-37838" r="-2703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Textfeld 163">
                <a:extLst>
                  <a:ext uri="{FF2B5EF4-FFF2-40B4-BE49-F238E27FC236}">
                    <a16:creationId xmlns:a16="http://schemas.microsoft.com/office/drawing/2014/main" id="{52FD1D66-3F9B-ABCD-444C-B9082630C443}"/>
                  </a:ext>
                </a:extLst>
              </p:cNvPr>
              <p:cNvSpPr txBox="1"/>
              <p:nvPr/>
            </p:nvSpPr>
            <p:spPr>
              <a:xfrm>
                <a:off x="10750376" y="2441968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64" name="Textfeld 163">
                <a:extLst>
                  <a:ext uri="{FF2B5EF4-FFF2-40B4-BE49-F238E27FC236}">
                    <a16:creationId xmlns:a16="http://schemas.microsoft.com/office/drawing/2014/main" id="{52FD1D66-3F9B-ABCD-444C-B9082630C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376" y="2441968"/>
                <a:ext cx="237656" cy="239373"/>
              </a:xfrm>
              <a:prstGeom prst="rect">
                <a:avLst/>
              </a:prstGeom>
              <a:blipFill>
                <a:blip r:embed="rId45"/>
                <a:stretch>
                  <a:fillRect l="-39474" r="-5263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feld 164">
                <a:extLst>
                  <a:ext uri="{FF2B5EF4-FFF2-40B4-BE49-F238E27FC236}">
                    <a16:creationId xmlns:a16="http://schemas.microsoft.com/office/drawing/2014/main" id="{C6C65CC2-E779-C6FF-9D13-3356B6C343BA}"/>
                  </a:ext>
                </a:extLst>
              </p:cNvPr>
              <p:cNvSpPr txBox="1"/>
              <p:nvPr/>
            </p:nvSpPr>
            <p:spPr>
              <a:xfrm>
                <a:off x="11707016" y="4296152"/>
                <a:ext cx="237656" cy="2393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65" name="Textfeld 164">
                <a:extLst>
                  <a:ext uri="{FF2B5EF4-FFF2-40B4-BE49-F238E27FC236}">
                    <a16:creationId xmlns:a16="http://schemas.microsoft.com/office/drawing/2014/main" id="{C6C65CC2-E779-C6FF-9D13-3356B6C34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7016" y="4296152"/>
                <a:ext cx="237656" cy="239373"/>
              </a:xfrm>
              <a:prstGeom prst="rect">
                <a:avLst/>
              </a:prstGeom>
              <a:blipFill>
                <a:blip r:embed="rId46"/>
                <a:stretch>
                  <a:fillRect l="-35897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Textfeld 165">
                <a:extLst>
                  <a:ext uri="{FF2B5EF4-FFF2-40B4-BE49-F238E27FC236}">
                    <a16:creationId xmlns:a16="http://schemas.microsoft.com/office/drawing/2014/main" id="{C449B6B7-D7AD-0DC5-6D95-1F9A5B83A1FC}"/>
                  </a:ext>
                </a:extLst>
              </p:cNvPr>
              <p:cNvSpPr txBox="1"/>
              <p:nvPr/>
            </p:nvSpPr>
            <p:spPr>
              <a:xfrm>
                <a:off x="11312560" y="3589735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66" name="Textfeld 165">
                <a:extLst>
                  <a:ext uri="{FF2B5EF4-FFF2-40B4-BE49-F238E27FC236}">
                    <a16:creationId xmlns:a16="http://schemas.microsoft.com/office/drawing/2014/main" id="{C449B6B7-D7AD-0DC5-6D95-1F9A5B83A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2560" y="3589735"/>
                <a:ext cx="225022" cy="239373"/>
              </a:xfrm>
              <a:prstGeom prst="rect">
                <a:avLst/>
              </a:prstGeom>
              <a:blipFill>
                <a:blip r:embed="rId47"/>
                <a:stretch>
                  <a:fillRect l="-37838" r="-2703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feld 166">
                <a:extLst>
                  <a:ext uri="{FF2B5EF4-FFF2-40B4-BE49-F238E27FC236}">
                    <a16:creationId xmlns:a16="http://schemas.microsoft.com/office/drawing/2014/main" id="{E38D762E-19F3-6BC5-780D-745906D7432E}"/>
                  </a:ext>
                </a:extLst>
              </p:cNvPr>
              <p:cNvSpPr txBox="1"/>
              <p:nvPr/>
            </p:nvSpPr>
            <p:spPr>
              <a:xfrm>
                <a:off x="11578957" y="3928054"/>
                <a:ext cx="23056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67" name="Textfeld 166">
                <a:extLst>
                  <a:ext uri="{FF2B5EF4-FFF2-40B4-BE49-F238E27FC236}">
                    <a16:creationId xmlns:a16="http://schemas.microsoft.com/office/drawing/2014/main" id="{E38D762E-19F3-6BC5-780D-745906D74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8957" y="3928054"/>
                <a:ext cx="230562" cy="239373"/>
              </a:xfrm>
              <a:prstGeom prst="rect">
                <a:avLst/>
              </a:prstGeom>
              <a:blipFill>
                <a:blip r:embed="rId48"/>
                <a:stretch>
                  <a:fillRect l="-47368" r="-2632" b="-4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feld 167">
                <a:extLst>
                  <a:ext uri="{FF2B5EF4-FFF2-40B4-BE49-F238E27FC236}">
                    <a16:creationId xmlns:a16="http://schemas.microsoft.com/office/drawing/2014/main" id="{C28FBB49-1E44-40AC-EFFD-3450EF4ED723}"/>
                  </a:ext>
                </a:extLst>
              </p:cNvPr>
              <p:cNvSpPr txBox="1"/>
              <p:nvPr/>
            </p:nvSpPr>
            <p:spPr>
              <a:xfrm>
                <a:off x="7428277" y="512515"/>
                <a:ext cx="370863" cy="2578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𝑡𝑐𝑝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68" name="Textfeld 167">
                <a:extLst>
                  <a:ext uri="{FF2B5EF4-FFF2-40B4-BE49-F238E27FC236}">
                    <a16:creationId xmlns:a16="http://schemas.microsoft.com/office/drawing/2014/main" id="{C28FBB49-1E44-40AC-EFFD-3450EF4ED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8277" y="512515"/>
                <a:ext cx="370863" cy="257881"/>
              </a:xfrm>
              <a:prstGeom prst="rect">
                <a:avLst/>
              </a:prstGeom>
              <a:blipFill>
                <a:blip r:embed="rId49"/>
                <a:stretch>
                  <a:fillRect l="-26667" r="-8333" b="-4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Bogen 168">
            <a:extLst>
              <a:ext uri="{FF2B5EF4-FFF2-40B4-BE49-F238E27FC236}">
                <a16:creationId xmlns:a16="http://schemas.microsoft.com/office/drawing/2014/main" id="{0CFC76F2-D7BA-3314-0073-9EEB97A8F0F9}"/>
              </a:ext>
            </a:extLst>
          </p:cNvPr>
          <p:cNvSpPr/>
          <p:nvPr/>
        </p:nvSpPr>
        <p:spPr>
          <a:xfrm>
            <a:off x="6226385" y="5582927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0" name="Bogen 169">
            <a:extLst>
              <a:ext uri="{FF2B5EF4-FFF2-40B4-BE49-F238E27FC236}">
                <a16:creationId xmlns:a16="http://schemas.microsoft.com/office/drawing/2014/main" id="{55B422BB-67DB-360B-7DBF-B97A7B2C0400}"/>
              </a:ext>
            </a:extLst>
          </p:cNvPr>
          <p:cNvSpPr/>
          <p:nvPr/>
        </p:nvSpPr>
        <p:spPr>
          <a:xfrm rot="2701103">
            <a:off x="6413782" y="4594639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1" name="Bogen 170">
            <a:extLst>
              <a:ext uri="{FF2B5EF4-FFF2-40B4-BE49-F238E27FC236}">
                <a16:creationId xmlns:a16="http://schemas.microsoft.com/office/drawing/2014/main" id="{40F59169-6851-4A98-413A-8E676F18F7E2}"/>
              </a:ext>
            </a:extLst>
          </p:cNvPr>
          <p:cNvSpPr/>
          <p:nvPr/>
        </p:nvSpPr>
        <p:spPr>
          <a:xfrm rot="3185177">
            <a:off x="6738905" y="3879631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2" name="Bogen 171">
            <a:extLst>
              <a:ext uri="{FF2B5EF4-FFF2-40B4-BE49-F238E27FC236}">
                <a16:creationId xmlns:a16="http://schemas.microsoft.com/office/drawing/2014/main" id="{8214A2CD-1846-711F-2B56-242981E239EA}"/>
              </a:ext>
            </a:extLst>
          </p:cNvPr>
          <p:cNvSpPr/>
          <p:nvPr/>
        </p:nvSpPr>
        <p:spPr>
          <a:xfrm rot="3185177">
            <a:off x="10761944" y="2962725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3" name="Bogen 172">
            <a:extLst>
              <a:ext uri="{FF2B5EF4-FFF2-40B4-BE49-F238E27FC236}">
                <a16:creationId xmlns:a16="http://schemas.microsoft.com/office/drawing/2014/main" id="{99288D64-1538-9CBE-033D-4B6237F929C5}"/>
              </a:ext>
            </a:extLst>
          </p:cNvPr>
          <p:cNvSpPr/>
          <p:nvPr/>
        </p:nvSpPr>
        <p:spPr>
          <a:xfrm rot="809623">
            <a:off x="11183207" y="3871812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9A662793-4EF1-B5BE-C133-9F16812C42B7}"/>
              </a:ext>
            </a:extLst>
          </p:cNvPr>
          <p:cNvSpPr/>
          <p:nvPr/>
        </p:nvSpPr>
        <p:spPr>
          <a:xfrm>
            <a:off x="6828877" y="3090451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B1D55D9C-9B99-EA58-2B95-44F90D4C6FD7}"/>
              </a:ext>
            </a:extLst>
          </p:cNvPr>
          <p:cNvSpPr/>
          <p:nvPr/>
        </p:nvSpPr>
        <p:spPr>
          <a:xfrm>
            <a:off x="6660298" y="4009681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76" name="Ellipse 175">
            <a:extLst>
              <a:ext uri="{FF2B5EF4-FFF2-40B4-BE49-F238E27FC236}">
                <a16:creationId xmlns:a16="http://schemas.microsoft.com/office/drawing/2014/main" id="{A165286E-A4B2-823D-C4B2-DDB26E819506}"/>
              </a:ext>
            </a:extLst>
          </p:cNvPr>
          <p:cNvSpPr/>
          <p:nvPr/>
        </p:nvSpPr>
        <p:spPr>
          <a:xfrm>
            <a:off x="6353297" y="4830611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77" name="Ellipse 176">
            <a:extLst>
              <a:ext uri="{FF2B5EF4-FFF2-40B4-BE49-F238E27FC236}">
                <a16:creationId xmlns:a16="http://schemas.microsoft.com/office/drawing/2014/main" id="{CB7D300B-5309-E189-4A1D-B8261DCCF891}"/>
              </a:ext>
            </a:extLst>
          </p:cNvPr>
          <p:cNvSpPr/>
          <p:nvPr/>
        </p:nvSpPr>
        <p:spPr>
          <a:xfrm>
            <a:off x="6357687" y="5845520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Textfeld 177">
                <a:extLst>
                  <a:ext uri="{FF2B5EF4-FFF2-40B4-BE49-F238E27FC236}">
                    <a16:creationId xmlns:a16="http://schemas.microsoft.com/office/drawing/2014/main" id="{3F38FBFC-2749-0495-6938-EB3C01518878}"/>
                  </a:ext>
                </a:extLst>
              </p:cNvPr>
              <p:cNvSpPr txBox="1"/>
              <p:nvPr/>
            </p:nvSpPr>
            <p:spPr>
              <a:xfrm>
                <a:off x="6582557" y="5418951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78" name="Textfeld 177">
                <a:extLst>
                  <a:ext uri="{FF2B5EF4-FFF2-40B4-BE49-F238E27FC236}">
                    <a16:creationId xmlns:a16="http://schemas.microsoft.com/office/drawing/2014/main" id="{3F38FBFC-2749-0495-6938-EB3C01518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557" y="5418951"/>
                <a:ext cx="237656" cy="239373"/>
              </a:xfrm>
              <a:prstGeom prst="rect">
                <a:avLst/>
              </a:prstGeom>
              <a:blipFill>
                <a:blip r:embed="rId50"/>
                <a:stretch>
                  <a:fillRect l="-46154" r="-2564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feld 178">
                <a:extLst>
                  <a:ext uri="{FF2B5EF4-FFF2-40B4-BE49-F238E27FC236}">
                    <a16:creationId xmlns:a16="http://schemas.microsoft.com/office/drawing/2014/main" id="{9D8F9704-F524-B359-A6F3-27749D10F7A7}"/>
                  </a:ext>
                </a:extLst>
              </p:cNvPr>
              <p:cNvSpPr txBox="1"/>
              <p:nvPr/>
            </p:nvSpPr>
            <p:spPr>
              <a:xfrm>
                <a:off x="6756289" y="454410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79" name="Textfeld 178">
                <a:extLst>
                  <a:ext uri="{FF2B5EF4-FFF2-40B4-BE49-F238E27FC236}">
                    <a16:creationId xmlns:a16="http://schemas.microsoft.com/office/drawing/2014/main" id="{9D8F9704-F524-B359-A6F3-27749D10F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289" y="4544103"/>
                <a:ext cx="237656" cy="239373"/>
              </a:xfrm>
              <a:prstGeom prst="rect">
                <a:avLst/>
              </a:prstGeom>
              <a:blipFill>
                <a:blip r:embed="rId51"/>
                <a:stretch>
                  <a:fillRect l="-43590" r="-5128" b="-325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Textfeld 179">
                <a:extLst>
                  <a:ext uri="{FF2B5EF4-FFF2-40B4-BE49-F238E27FC236}">
                    <a16:creationId xmlns:a16="http://schemas.microsoft.com/office/drawing/2014/main" id="{66A4B2C0-403C-88A2-9ACB-48C8980E4EDB}"/>
                  </a:ext>
                </a:extLst>
              </p:cNvPr>
              <p:cNvSpPr txBox="1"/>
              <p:nvPr/>
            </p:nvSpPr>
            <p:spPr>
              <a:xfrm>
                <a:off x="7063331" y="388244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80" name="Textfeld 179">
                <a:extLst>
                  <a:ext uri="{FF2B5EF4-FFF2-40B4-BE49-F238E27FC236}">
                    <a16:creationId xmlns:a16="http://schemas.microsoft.com/office/drawing/2014/main" id="{66A4B2C0-403C-88A2-9ACB-48C8980E4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331" y="3882443"/>
                <a:ext cx="237656" cy="239373"/>
              </a:xfrm>
              <a:prstGeom prst="rect">
                <a:avLst/>
              </a:prstGeom>
              <a:blipFill>
                <a:blip r:embed="rId52"/>
                <a:stretch>
                  <a:fillRect l="-46154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Textfeld 180">
                <a:extLst>
                  <a:ext uri="{FF2B5EF4-FFF2-40B4-BE49-F238E27FC236}">
                    <a16:creationId xmlns:a16="http://schemas.microsoft.com/office/drawing/2014/main" id="{5ADC0CB8-CC5C-D659-6A74-C98E0442E7EA}"/>
                  </a:ext>
                </a:extLst>
              </p:cNvPr>
              <p:cNvSpPr txBox="1"/>
              <p:nvPr/>
            </p:nvSpPr>
            <p:spPr>
              <a:xfrm>
                <a:off x="11105168" y="2937591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81" name="Textfeld 180">
                <a:extLst>
                  <a:ext uri="{FF2B5EF4-FFF2-40B4-BE49-F238E27FC236}">
                    <a16:creationId xmlns:a16="http://schemas.microsoft.com/office/drawing/2014/main" id="{5ADC0CB8-CC5C-D659-6A74-C98E0442E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5168" y="2937591"/>
                <a:ext cx="237656" cy="239373"/>
              </a:xfrm>
              <a:prstGeom prst="rect">
                <a:avLst/>
              </a:prstGeom>
              <a:blipFill>
                <a:blip r:embed="rId53"/>
                <a:stretch>
                  <a:fillRect l="-46154" r="-2564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feld 181">
                <a:extLst>
                  <a:ext uri="{FF2B5EF4-FFF2-40B4-BE49-F238E27FC236}">
                    <a16:creationId xmlns:a16="http://schemas.microsoft.com/office/drawing/2014/main" id="{D7216628-D38A-4E6E-DE27-4F3B3E45290F}"/>
                  </a:ext>
                </a:extLst>
              </p:cNvPr>
              <p:cNvSpPr txBox="1"/>
              <p:nvPr/>
            </p:nvSpPr>
            <p:spPr>
              <a:xfrm>
                <a:off x="11563811" y="3702434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82" name="Textfeld 181">
                <a:extLst>
                  <a:ext uri="{FF2B5EF4-FFF2-40B4-BE49-F238E27FC236}">
                    <a16:creationId xmlns:a16="http://schemas.microsoft.com/office/drawing/2014/main" id="{D7216628-D38A-4E6E-DE27-4F3B3E452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3811" y="3702434"/>
                <a:ext cx="237656" cy="239373"/>
              </a:xfrm>
              <a:prstGeom prst="rect">
                <a:avLst/>
              </a:prstGeom>
              <a:blipFill>
                <a:blip r:embed="rId54"/>
                <a:stretch>
                  <a:fillRect l="-46154" r="-5128" b="-3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3" name="Gerade Verbindung mit Pfeil 182">
            <a:extLst>
              <a:ext uri="{FF2B5EF4-FFF2-40B4-BE49-F238E27FC236}">
                <a16:creationId xmlns:a16="http://schemas.microsoft.com/office/drawing/2014/main" id="{DBF2C98E-2239-15E5-E2A6-3A50C725BE93}"/>
              </a:ext>
            </a:extLst>
          </p:cNvPr>
          <p:cNvCxnSpPr>
            <a:cxnSpLocks/>
          </p:cNvCxnSpPr>
          <p:nvPr/>
        </p:nvCxnSpPr>
        <p:spPr>
          <a:xfrm>
            <a:off x="5995787" y="4868030"/>
            <a:ext cx="0" cy="10208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feld 183">
                <a:extLst>
                  <a:ext uri="{FF2B5EF4-FFF2-40B4-BE49-F238E27FC236}">
                    <a16:creationId xmlns:a16="http://schemas.microsoft.com/office/drawing/2014/main" id="{ECA278F0-FBD3-CCB8-09CE-8B59EAB74CBA}"/>
                  </a:ext>
                </a:extLst>
              </p:cNvPr>
              <p:cNvSpPr txBox="1"/>
              <p:nvPr/>
            </p:nvSpPr>
            <p:spPr>
              <a:xfrm>
                <a:off x="5735960" y="5290293"/>
                <a:ext cx="243307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84" name="Textfeld 183">
                <a:extLst>
                  <a:ext uri="{FF2B5EF4-FFF2-40B4-BE49-F238E27FC236}">
                    <a16:creationId xmlns:a16="http://schemas.microsoft.com/office/drawing/2014/main" id="{ECA278F0-FBD3-CCB8-09CE-8B59EAB74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0" y="5290293"/>
                <a:ext cx="243307" cy="239373"/>
              </a:xfrm>
              <a:prstGeom prst="rect">
                <a:avLst/>
              </a:prstGeom>
              <a:blipFill>
                <a:blip r:embed="rId55"/>
                <a:stretch>
                  <a:fillRect l="-45000" r="-5000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5" name="Gerade Verbindung mit Pfeil 184">
            <a:extLst>
              <a:ext uri="{FF2B5EF4-FFF2-40B4-BE49-F238E27FC236}">
                <a16:creationId xmlns:a16="http://schemas.microsoft.com/office/drawing/2014/main" id="{CDDFAF31-6AD2-C17A-3309-8AEE6A63D7E3}"/>
              </a:ext>
            </a:extLst>
          </p:cNvPr>
          <p:cNvCxnSpPr>
            <a:cxnSpLocks/>
          </p:cNvCxnSpPr>
          <p:nvPr/>
        </p:nvCxnSpPr>
        <p:spPr>
          <a:xfrm flipH="1">
            <a:off x="5995787" y="3935287"/>
            <a:ext cx="295276" cy="8259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feld 185">
                <a:extLst>
                  <a:ext uri="{FF2B5EF4-FFF2-40B4-BE49-F238E27FC236}">
                    <a16:creationId xmlns:a16="http://schemas.microsoft.com/office/drawing/2014/main" id="{FA0D45D4-53B7-0F00-4C60-708990005169}"/>
                  </a:ext>
                </a:extLst>
              </p:cNvPr>
              <p:cNvSpPr txBox="1"/>
              <p:nvPr/>
            </p:nvSpPr>
            <p:spPr>
              <a:xfrm>
                <a:off x="5909014" y="4129370"/>
                <a:ext cx="243751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86" name="Textfeld 185">
                <a:extLst>
                  <a:ext uri="{FF2B5EF4-FFF2-40B4-BE49-F238E27FC236}">
                    <a16:creationId xmlns:a16="http://schemas.microsoft.com/office/drawing/2014/main" id="{FA0D45D4-53B7-0F00-4C60-708990005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9014" y="4129370"/>
                <a:ext cx="243751" cy="239373"/>
              </a:xfrm>
              <a:prstGeom prst="rect">
                <a:avLst/>
              </a:prstGeom>
              <a:blipFill>
                <a:blip r:embed="rId56"/>
                <a:stretch>
                  <a:fillRect l="-35000" r="-5000" b="-325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7" name="Gerade Verbindung mit Pfeil 186">
            <a:extLst>
              <a:ext uri="{FF2B5EF4-FFF2-40B4-BE49-F238E27FC236}">
                <a16:creationId xmlns:a16="http://schemas.microsoft.com/office/drawing/2014/main" id="{22768DB7-83B3-A552-3929-1B55CD225A33}"/>
              </a:ext>
            </a:extLst>
          </p:cNvPr>
          <p:cNvCxnSpPr>
            <a:cxnSpLocks/>
          </p:cNvCxnSpPr>
          <p:nvPr/>
        </p:nvCxnSpPr>
        <p:spPr>
          <a:xfrm flipH="1">
            <a:off x="6293016" y="3034342"/>
            <a:ext cx="161425" cy="89541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feld 187">
                <a:extLst>
                  <a:ext uri="{FF2B5EF4-FFF2-40B4-BE49-F238E27FC236}">
                    <a16:creationId xmlns:a16="http://schemas.microsoft.com/office/drawing/2014/main" id="{0095DE79-D9DB-7117-8DDA-8A5D412A1DCF}"/>
                  </a:ext>
                </a:extLst>
              </p:cNvPr>
              <p:cNvSpPr txBox="1"/>
              <p:nvPr/>
            </p:nvSpPr>
            <p:spPr>
              <a:xfrm>
                <a:off x="6147242" y="3255842"/>
                <a:ext cx="243751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88" name="Textfeld 187">
                <a:extLst>
                  <a:ext uri="{FF2B5EF4-FFF2-40B4-BE49-F238E27FC236}">
                    <a16:creationId xmlns:a16="http://schemas.microsoft.com/office/drawing/2014/main" id="{0095DE79-D9DB-7117-8DDA-8A5D412A1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7242" y="3255842"/>
                <a:ext cx="243751" cy="239373"/>
              </a:xfrm>
              <a:prstGeom prst="rect">
                <a:avLst/>
              </a:prstGeom>
              <a:blipFill>
                <a:blip r:embed="rId57"/>
                <a:stretch>
                  <a:fillRect l="-35000" r="-5000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9" name="Gerade Verbindung mit Pfeil 188">
            <a:extLst>
              <a:ext uri="{FF2B5EF4-FFF2-40B4-BE49-F238E27FC236}">
                <a16:creationId xmlns:a16="http://schemas.microsoft.com/office/drawing/2014/main" id="{6F3015AD-236A-171E-66B0-1361E1121097}"/>
              </a:ext>
            </a:extLst>
          </p:cNvPr>
          <p:cNvCxnSpPr>
            <a:cxnSpLocks/>
          </p:cNvCxnSpPr>
          <p:nvPr/>
        </p:nvCxnSpPr>
        <p:spPr>
          <a:xfrm flipH="1" flipV="1">
            <a:off x="9301841" y="4223757"/>
            <a:ext cx="1937245" cy="3299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Textfeld 189">
                <a:extLst>
                  <a:ext uri="{FF2B5EF4-FFF2-40B4-BE49-F238E27FC236}">
                    <a16:creationId xmlns:a16="http://schemas.microsoft.com/office/drawing/2014/main" id="{66C78DB9-414C-8394-F9D1-70BA6E53102C}"/>
                  </a:ext>
                </a:extLst>
              </p:cNvPr>
              <p:cNvSpPr txBox="1"/>
              <p:nvPr/>
            </p:nvSpPr>
            <p:spPr>
              <a:xfrm>
                <a:off x="10149302" y="4407467"/>
                <a:ext cx="243751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90" name="Textfeld 189">
                <a:extLst>
                  <a:ext uri="{FF2B5EF4-FFF2-40B4-BE49-F238E27FC236}">
                    <a16:creationId xmlns:a16="http://schemas.microsoft.com/office/drawing/2014/main" id="{66C78DB9-414C-8394-F9D1-70BA6E531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302" y="4407467"/>
                <a:ext cx="243751" cy="239373"/>
              </a:xfrm>
              <a:prstGeom prst="rect">
                <a:avLst/>
              </a:prstGeom>
              <a:blipFill>
                <a:blip r:embed="rId58"/>
                <a:stretch>
                  <a:fillRect l="-35000" r="-5000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1" name="Gerade Verbindung mit Pfeil 190">
            <a:extLst>
              <a:ext uri="{FF2B5EF4-FFF2-40B4-BE49-F238E27FC236}">
                <a16:creationId xmlns:a16="http://schemas.microsoft.com/office/drawing/2014/main" id="{92563821-19E6-E87D-3B2A-C5801306A8A3}"/>
              </a:ext>
            </a:extLst>
          </p:cNvPr>
          <p:cNvCxnSpPr>
            <a:cxnSpLocks/>
          </p:cNvCxnSpPr>
          <p:nvPr/>
        </p:nvCxnSpPr>
        <p:spPr>
          <a:xfrm flipH="1">
            <a:off x="9259197" y="2978821"/>
            <a:ext cx="1310715" cy="9615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feld 191">
                <a:extLst>
                  <a:ext uri="{FF2B5EF4-FFF2-40B4-BE49-F238E27FC236}">
                    <a16:creationId xmlns:a16="http://schemas.microsoft.com/office/drawing/2014/main" id="{535963A5-009E-DEAA-E26E-5C6BE0001DEB}"/>
                  </a:ext>
                </a:extLst>
              </p:cNvPr>
              <p:cNvSpPr txBox="1"/>
              <p:nvPr/>
            </p:nvSpPr>
            <p:spPr>
              <a:xfrm>
                <a:off x="9768431" y="3129984"/>
                <a:ext cx="24790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92" name="Textfeld 191">
                <a:extLst>
                  <a:ext uri="{FF2B5EF4-FFF2-40B4-BE49-F238E27FC236}">
                    <a16:creationId xmlns:a16="http://schemas.microsoft.com/office/drawing/2014/main" id="{535963A5-009E-DEAA-E26E-5C6BE0001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431" y="3129984"/>
                <a:ext cx="247906" cy="239373"/>
              </a:xfrm>
              <a:prstGeom prst="rect">
                <a:avLst/>
              </a:prstGeom>
              <a:blipFill>
                <a:blip r:embed="rId59"/>
                <a:stretch>
                  <a:fillRect l="-43902" r="-4878" b="-325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4" name="Gruppieren 193">
            <a:extLst>
              <a:ext uri="{FF2B5EF4-FFF2-40B4-BE49-F238E27FC236}">
                <a16:creationId xmlns:a16="http://schemas.microsoft.com/office/drawing/2014/main" id="{E4551AEF-167A-235F-F330-6790C7106ECA}"/>
              </a:ext>
            </a:extLst>
          </p:cNvPr>
          <p:cNvGrpSpPr/>
          <p:nvPr/>
        </p:nvGrpSpPr>
        <p:grpSpPr>
          <a:xfrm>
            <a:off x="6582557" y="1020652"/>
            <a:ext cx="690649" cy="661639"/>
            <a:chOff x="4187802" y="572487"/>
            <a:chExt cx="799208" cy="765637"/>
          </a:xfrm>
          <a:solidFill>
            <a:schemeClr val="bg2"/>
          </a:solidFill>
        </p:grpSpPr>
        <p:sp>
          <p:nvSpPr>
            <p:cNvPr id="195" name="Rechteck: abgerundete Ecken 194">
              <a:extLst>
                <a:ext uri="{FF2B5EF4-FFF2-40B4-BE49-F238E27FC236}">
                  <a16:creationId xmlns:a16="http://schemas.microsoft.com/office/drawing/2014/main" id="{4FC0A27B-38EC-4BF1-0306-357EB5699D0D}"/>
                </a:ext>
              </a:extLst>
            </p:cNvPr>
            <p:cNvSpPr/>
            <p:nvPr/>
          </p:nvSpPr>
          <p:spPr>
            <a:xfrm rot="17846165">
              <a:off x="4143570" y="1023892"/>
              <a:ext cx="358464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6" name="Rechteck: abgerundete Ecken 195">
              <a:extLst>
                <a:ext uri="{FF2B5EF4-FFF2-40B4-BE49-F238E27FC236}">
                  <a16:creationId xmlns:a16="http://schemas.microsoft.com/office/drawing/2014/main" id="{E9350B83-98D5-1C31-E91D-1594523DDFAB}"/>
                </a:ext>
              </a:extLst>
            </p:cNvPr>
            <p:cNvSpPr/>
            <p:nvPr/>
          </p:nvSpPr>
          <p:spPr>
            <a:xfrm rot="18031528">
              <a:off x="4193548" y="906532"/>
              <a:ext cx="38564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7" name="Rechteck: abgerundete Ecken 196">
              <a:extLst>
                <a:ext uri="{FF2B5EF4-FFF2-40B4-BE49-F238E27FC236}">
                  <a16:creationId xmlns:a16="http://schemas.microsoft.com/office/drawing/2014/main" id="{7730DBD8-F0AB-D0C2-E377-96F7B9FD7AFC}"/>
                </a:ext>
              </a:extLst>
            </p:cNvPr>
            <p:cNvSpPr/>
            <p:nvPr/>
          </p:nvSpPr>
          <p:spPr>
            <a:xfrm rot="18670581">
              <a:off x="4285390" y="805665"/>
              <a:ext cx="35119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8" name="Rechteck: abgerundete Ecken 197">
              <a:extLst>
                <a:ext uri="{FF2B5EF4-FFF2-40B4-BE49-F238E27FC236}">
                  <a16:creationId xmlns:a16="http://schemas.microsoft.com/office/drawing/2014/main" id="{0ED9B6A0-44F3-C05B-9749-E4E16479BC10}"/>
                </a:ext>
              </a:extLst>
            </p:cNvPr>
            <p:cNvSpPr/>
            <p:nvPr/>
          </p:nvSpPr>
          <p:spPr>
            <a:xfrm rot="19138246">
              <a:off x="4372840" y="712580"/>
              <a:ext cx="361583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9" name="Rechteck: abgerundete Ecken 198">
              <a:extLst>
                <a:ext uri="{FF2B5EF4-FFF2-40B4-BE49-F238E27FC236}">
                  <a16:creationId xmlns:a16="http://schemas.microsoft.com/office/drawing/2014/main" id="{1178444C-0671-1D6E-56F7-6CD218870CC8}"/>
                </a:ext>
              </a:extLst>
            </p:cNvPr>
            <p:cNvSpPr/>
            <p:nvPr/>
          </p:nvSpPr>
          <p:spPr>
            <a:xfrm rot="19978002">
              <a:off x="4470995" y="632459"/>
              <a:ext cx="40125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0" name="Rechteck: abgerundete Ecken 199">
              <a:extLst>
                <a:ext uri="{FF2B5EF4-FFF2-40B4-BE49-F238E27FC236}">
                  <a16:creationId xmlns:a16="http://schemas.microsoft.com/office/drawing/2014/main" id="{7058A14C-CB3D-BA41-935F-69E29A4FD018}"/>
                </a:ext>
              </a:extLst>
            </p:cNvPr>
            <p:cNvSpPr/>
            <p:nvPr/>
          </p:nvSpPr>
          <p:spPr>
            <a:xfrm rot="20320678">
              <a:off x="4620489" y="572487"/>
              <a:ext cx="36652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01" name="Rechteck: abgerundete Ecken 200">
            <a:extLst>
              <a:ext uri="{FF2B5EF4-FFF2-40B4-BE49-F238E27FC236}">
                <a16:creationId xmlns:a16="http://schemas.microsoft.com/office/drawing/2014/main" id="{EF1855F1-8349-E133-20FA-5B3BA1AC08A8}"/>
              </a:ext>
            </a:extLst>
          </p:cNvPr>
          <p:cNvSpPr/>
          <p:nvPr/>
        </p:nvSpPr>
        <p:spPr>
          <a:xfrm rot="707101">
            <a:off x="6552187" y="1649594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02" name="Gruppieren 201">
            <a:extLst>
              <a:ext uri="{FF2B5EF4-FFF2-40B4-BE49-F238E27FC236}">
                <a16:creationId xmlns:a16="http://schemas.microsoft.com/office/drawing/2014/main" id="{F8B3F6DE-90B4-3F7E-61A8-CBCF6A190B15}"/>
              </a:ext>
            </a:extLst>
          </p:cNvPr>
          <p:cNvGrpSpPr/>
          <p:nvPr/>
        </p:nvGrpSpPr>
        <p:grpSpPr>
          <a:xfrm rot="373197">
            <a:off x="6561939" y="928416"/>
            <a:ext cx="362782" cy="871298"/>
            <a:chOff x="6970635" y="914515"/>
            <a:chExt cx="419805" cy="1008252"/>
          </a:xfrm>
        </p:grpSpPr>
        <p:sp>
          <p:nvSpPr>
            <p:cNvPr id="203" name="Rechteck: abgerundete Ecken 202">
              <a:extLst>
                <a:ext uri="{FF2B5EF4-FFF2-40B4-BE49-F238E27FC236}">
                  <a16:creationId xmlns:a16="http://schemas.microsoft.com/office/drawing/2014/main" id="{CFF9C5DD-3DA3-D0B9-EE7A-566BB97D6149}"/>
                </a:ext>
              </a:extLst>
            </p:cNvPr>
            <p:cNvSpPr/>
            <p:nvPr/>
          </p:nvSpPr>
          <p:spPr>
            <a:xfrm rot="15742859">
              <a:off x="6941774" y="1608535"/>
              <a:ext cx="358464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4" name="Rechteck: abgerundete Ecken 203">
              <a:extLst>
                <a:ext uri="{FF2B5EF4-FFF2-40B4-BE49-F238E27FC236}">
                  <a16:creationId xmlns:a16="http://schemas.microsoft.com/office/drawing/2014/main" id="{016768A2-E3CF-9858-B1D4-82B837317A7F}"/>
                </a:ext>
              </a:extLst>
            </p:cNvPr>
            <p:cNvSpPr/>
            <p:nvPr/>
          </p:nvSpPr>
          <p:spPr>
            <a:xfrm rot="15928222">
              <a:off x="6912814" y="1475954"/>
              <a:ext cx="38564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5" name="Rechteck: abgerundete Ecken 204">
              <a:extLst>
                <a:ext uri="{FF2B5EF4-FFF2-40B4-BE49-F238E27FC236}">
                  <a16:creationId xmlns:a16="http://schemas.microsoft.com/office/drawing/2014/main" id="{B77CBFE8-1A11-33BB-D950-F0B5E392D1AB}"/>
                </a:ext>
              </a:extLst>
            </p:cNvPr>
            <p:cNvSpPr/>
            <p:nvPr/>
          </p:nvSpPr>
          <p:spPr>
            <a:xfrm rot="16567275">
              <a:off x="6933187" y="1350527"/>
              <a:ext cx="35119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6" name="Rechteck: abgerundete Ecken 205">
              <a:extLst>
                <a:ext uri="{FF2B5EF4-FFF2-40B4-BE49-F238E27FC236}">
                  <a16:creationId xmlns:a16="http://schemas.microsoft.com/office/drawing/2014/main" id="{7DE33B81-16CA-295E-D4E7-D2E2F61B5F97}"/>
                </a:ext>
              </a:extLst>
            </p:cNvPr>
            <p:cNvSpPr/>
            <p:nvPr/>
          </p:nvSpPr>
          <p:spPr>
            <a:xfrm rot="17034940">
              <a:off x="6950366" y="1221115"/>
              <a:ext cx="361583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7" name="Rechteck: abgerundete Ecken 206">
              <a:extLst>
                <a:ext uri="{FF2B5EF4-FFF2-40B4-BE49-F238E27FC236}">
                  <a16:creationId xmlns:a16="http://schemas.microsoft.com/office/drawing/2014/main" id="{B71BF2F2-22A0-0BD0-CF87-F302E6E9FC86}"/>
                </a:ext>
              </a:extLst>
            </p:cNvPr>
            <p:cNvSpPr/>
            <p:nvPr/>
          </p:nvSpPr>
          <p:spPr>
            <a:xfrm rot="17874696">
              <a:off x="6981099" y="1087759"/>
              <a:ext cx="40125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8" name="Rechteck: abgerundete Ecken 207">
              <a:extLst>
                <a:ext uri="{FF2B5EF4-FFF2-40B4-BE49-F238E27FC236}">
                  <a16:creationId xmlns:a16="http://schemas.microsoft.com/office/drawing/2014/main" id="{805546EF-E151-62F1-AEE3-BEE883C39B34}"/>
                </a:ext>
              </a:extLst>
            </p:cNvPr>
            <p:cNvSpPr/>
            <p:nvPr/>
          </p:nvSpPr>
          <p:spPr>
            <a:xfrm rot="18217372">
              <a:off x="7072179" y="962776"/>
              <a:ext cx="36652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09" name="Gruppieren 208">
            <a:extLst>
              <a:ext uri="{FF2B5EF4-FFF2-40B4-BE49-F238E27FC236}">
                <a16:creationId xmlns:a16="http://schemas.microsoft.com/office/drawing/2014/main" id="{AF05718D-9F22-88AB-AB44-489065024B8B}"/>
              </a:ext>
            </a:extLst>
          </p:cNvPr>
          <p:cNvGrpSpPr/>
          <p:nvPr/>
        </p:nvGrpSpPr>
        <p:grpSpPr>
          <a:xfrm rot="1459113" flipH="1">
            <a:off x="7172835" y="1069483"/>
            <a:ext cx="362782" cy="871298"/>
            <a:chOff x="6970635" y="914515"/>
            <a:chExt cx="419805" cy="1008252"/>
          </a:xfrm>
        </p:grpSpPr>
        <p:sp>
          <p:nvSpPr>
            <p:cNvPr id="210" name="Rechteck: abgerundete Ecken 209">
              <a:extLst>
                <a:ext uri="{FF2B5EF4-FFF2-40B4-BE49-F238E27FC236}">
                  <a16:creationId xmlns:a16="http://schemas.microsoft.com/office/drawing/2014/main" id="{578958D7-6B3D-C1A0-5D82-7FB9DBBA2CEE}"/>
                </a:ext>
              </a:extLst>
            </p:cNvPr>
            <p:cNvSpPr/>
            <p:nvPr/>
          </p:nvSpPr>
          <p:spPr>
            <a:xfrm rot="15742859">
              <a:off x="6941774" y="1608535"/>
              <a:ext cx="358464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1" name="Rechteck: abgerundete Ecken 210">
              <a:extLst>
                <a:ext uri="{FF2B5EF4-FFF2-40B4-BE49-F238E27FC236}">
                  <a16:creationId xmlns:a16="http://schemas.microsoft.com/office/drawing/2014/main" id="{9FB56338-0433-C57F-7690-2538F1E67B42}"/>
                </a:ext>
              </a:extLst>
            </p:cNvPr>
            <p:cNvSpPr/>
            <p:nvPr/>
          </p:nvSpPr>
          <p:spPr>
            <a:xfrm rot="15928222">
              <a:off x="6912814" y="1475954"/>
              <a:ext cx="38564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2" name="Rechteck: abgerundete Ecken 211">
              <a:extLst>
                <a:ext uri="{FF2B5EF4-FFF2-40B4-BE49-F238E27FC236}">
                  <a16:creationId xmlns:a16="http://schemas.microsoft.com/office/drawing/2014/main" id="{3ECB598C-08BB-8DDA-9D16-E2F217023FF1}"/>
                </a:ext>
              </a:extLst>
            </p:cNvPr>
            <p:cNvSpPr/>
            <p:nvPr/>
          </p:nvSpPr>
          <p:spPr>
            <a:xfrm rot="16567275">
              <a:off x="6933187" y="1350527"/>
              <a:ext cx="35119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3" name="Rechteck: abgerundete Ecken 212">
              <a:extLst>
                <a:ext uri="{FF2B5EF4-FFF2-40B4-BE49-F238E27FC236}">
                  <a16:creationId xmlns:a16="http://schemas.microsoft.com/office/drawing/2014/main" id="{57992905-3D56-6BBA-57F1-A88D9A491DA0}"/>
                </a:ext>
              </a:extLst>
            </p:cNvPr>
            <p:cNvSpPr/>
            <p:nvPr/>
          </p:nvSpPr>
          <p:spPr>
            <a:xfrm rot="17034940">
              <a:off x="6950366" y="1221115"/>
              <a:ext cx="361583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4" name="Rechteck: abgerundete Ecken 213">
              <a:extLst>
                <a:ext uri="{FF2B5EF4-FFF2-40B4-BE49-F238E27FC236}">
                  <a16:creationId xmlns:a16="http://schemas.microsoft.com/office/drawing/2014/main" id="{750B26CD-28F0-DE04-D47D-B78A2B8A9230}"/>
                </a:ext>
              </a:extLst>
            </p:cNvPr>
            <p:cNvSpPr/>
            <p:nvPr/>
          </p:nvSpPr>
          <p:spPr>
            <a:xfrm rot="17874696">
              <a:off x="6981099" y="1087759"/>
              <a:ext cx="40125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5" name="Rechteck: abgerundete Ecken 214">
              <a:extLst>
                <a:ext uri="{FF2B5EF4-FFF2-40B4-BE49-F238E27FC236}">
                  <a16:creationId xmlns:a16="http://schemas.microsoft.com/office/drawing/2014/main" id="{7058D634-264E-B5F6-9D58-A2B705407FEB}"/>
                </a:ext>
              </a:extLst>
            </p:cNvPr>
            <p:cNvSpPr/>
            <p:nvPr/>
          </p:nvSpPr>
          <p:spPr>
            <a:xfrm rot="18217372">
              <a:off x="7072179" y="962776"/>
              <a:ext cx="36652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217" name="Gerade Verbindung mit Pfeil 216">
            <a:extLst>
              <a:ext uri="{FF2B5EF4-FFF2-40B4-BE49-F238E27FC236}">
                <a16:creationId xmlns:a16="http://schemas.microsoft.com/office/drawing/2014/main" id="{C59A6405-B4B5-C03A-CF3E-AF112C273C00}"/>
              </a:ext>
            </a:extLst>
          </p:cNvPr>
          <p:cNvCxnSpPr>
            <a:cxnSpLocks/>
          </p:cNvCxnSpPr>
          <p:nvPr/>
        </p:nvCxnSpPr>
        <p:spPr>
          <a:xfrm rot="600000" flipV="1">
            <a:off x="7292487" y="673300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Gerade Verbindung mit Pfeil 217">
            <a:extLst>
              <a:ext uri="{FF2B5EF4-FFF2-40B4-BE49-F238E27FC236}">
                <a16:creationId xmlns:a16="http://schemas.microsoft.com/office/drawing/2014/main" id="{DE7A3359-0C40-B056-8FE2-1A5F385E7B54}"/>
              </a:ext>
            </a:extLst>
          </p:cNvPr>
          <p:cNvCxnSpPr>
            <a:cxnSpLocks/>
          </p:cNvCxnSpPr>
          <p:nvPr/>
        </p:nvCxnSpPr>
        <p:spPr>
          <a:xfrm flipH="1" flipV="1">
            <a:off x="6855448" y="1052736"/>
            <a:ext cx="396455" cy="83671"/>
          </a:xfrm>
          <a:prstGeom prst="straightConnector1">
            <a:avLst/>
          </a:prstGeom>
          <a:ln>
            <a:solidFill>
              <a:schemeClr val="accent2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Gerade Verbindung mit Pfeil 218">
            <a:extLst>
              <a:ext uri="{FF2B5EF4-FFF2-40B4-BE49-F238E27FC236}">
                <a16:creationId xmlns:a16="http://schemas.microsoft.com/office/drawing/2014/main" id="{A224256A-DFE0-2133-3F24-C28A570D86E3}"/>
              </a:ext>
            </a:extLst>
          </p:cNvPr>
          <p:cNvCxnSpPr>
            <a:cxnSpLocks/>
          </p:cNvCxnSpPr>
          <p:nvPr/>
        </p:nvCxnSpPr>
        <p:spPr>
          <a:xfrm rot="600000" flipV="1">
            <a:off x="7270387" y="925112"/>
            <a:ext cx="233325" cy="233325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Textfeld 219">
                <a:extLst>
                  <a:ext uri="{FF2B5EF4-FFF2-40B4-BE49-F238E27FC236}">
                    <a16:creationId xmlns:a16="http://schemas.microsoft.com/office/drawing/2014/main" id="{C8087ADC-A5CB-CC4C-538C-44CC9E0A1560}"/>
                  </a:ext>
                </a:extLst>
              </p:cNvPr>
              <p:cNvSpPr txBox="1"/>
              <p:nvPr/>
            </p:nvSpPr>
            <p:spPr>
              <a:xfrm>
                <a:off x="7607391" y="827845"/>
                <a:ext cx="383497" cy="2578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𝑡𝑐𝑝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20" name="Textfeld 219">
                <a:extLst>
                  <a:ext uri="{FF2B5EF4-FFF2-40B4-BE49-F238E27FC236}">
                    <a16:creationId xmlns:a16="http://schemas.microsoft.com/office/drawing/2014/main" id="{C8087ADC-A5CB-CC4C-538C-44CC9E0A1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7391" y="827845"/>
                <a:ext cx="383497" cy="257881"/>
              </a:xfrm>
              <a:prstGeom prst="rect">
                <a:avLst/>
              </a:prstGeom>
              <a:blipFill>
                <a:blip r:embed="rId60"/>
                <a:stretch>
                  <a:fillRect l="-25397" r="-7937" b="-4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1" name="Textfeld 220">
                <a:extLst>
                  <a:ext uri="{FF2B5EF4-FFF2-40B4-BE49-F238E27FC236}">
                    <a16:creationId xmlns:a16="http://schemas.microsoft.com/office/drawing/2014/main" id="{D7CADAE2-CE1A-80EF-D886-DF0F951CCDF7}"/>
                  </a:ext>
                </a:extLst>
              </p:cNvPr>
              <p:cNvSpPr txBox="1"/>
              <p:nvPr/>
            </p:nvSpPr>
            <p:spPr>
              <a:xfrm>
                <a:off x="6473512" y="788157"/>
                <a:ext cx="384937" cy="2578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𝑡𝑐𝑝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21" name="Textfeld 220">
                <a:extLst>
                  <a:ext uri="{FF2B5EF4-FFF2-40B4-BE49-F238E27FC236}">
                    <a16:creationId xmlns:a16="http://schemas.microsoft.com/office/drawing/2014/main" id="{D7CADAE2-CE1A-80EF-D886-DF0F951CC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512" y="788157"/>
                <a:ext cx="384937" cy="257881"/>
              </a:xfrm>
              <a:prstGeom prst="rect">
                <a:avLst/>
              </a:prstGeom>
              <a:blipFill>
                <a:blip r:embed="rId61"/>
                <a:stretch>
                  <a:fillRect l="-31746" r="-7937" b="-395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2" name="Ellipse 221">
            <a:extLst>
              <a:ext uri="{FF2B5EF4-FFF2-40B4-BE49-F238E27FC236}">
                <a16:creationId xmlns:a16="http://schemas.microsoft.com/office/drawing/2014/main" id="{EF2B7C3A-B730-6F99-C723-1F08F284D5FF}"/>
              </a:ext>
            </a:extLst>
          </p:cNvPr>
          <p:cNvSpPr/>
          <p:nvPr/>
        </p:nvSpPr>
        <p:spPr>
          <a:xfrm>
            <a:off x="7225132" y="1101133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FDE3E3B-D8A7-2CBE-216D-ED6FCCBA868C}"/>
              </a:ext>
            </a:extLst>
          </p:cNvPr>
          <p:cNvCxnSpPr>
            <a:cxnSpLocks/>
          </p:cNvCxnSpPr>
          <p:nvPr/>
        </p:nvCxnSpPr>
        <p:spPr>
          <a:xfrm flipH="1">
            <a:off x="6455673" y="1070717"/>
            <a:ext cx="399775" cy="19235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691DD538-F80D-CD16-254A-39E5E5303EBF}"/>
                  </a:ext>
                </a:extLst>
              </p:cNvPr>
              <p:cNvSpPr txBox="1"/>
              <p:nvPr/>
            </p:nvSpPr>
            <p:spPr>
              <a:xfrm>
                <a:off x="6350703" y="1904897"/>
                <a:ext cx="3045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691DD538-F80D-CD16-254A-39E5E5303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703" y="1904897"/>
                <a:ext cx="304507" cy="276999"/>
              </a:xfrm>
              <a:prstGeom prst="rect">
                <a:avLst/>
              </a:prstGeom>
              <a:blipFill>
                <a:blip r:embed="rId62"/>
                <a:stretch>
                  <a:fillRect l="-28000" b="-1521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4853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32C6C-86AC-3860-919C-0FBA2938A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Simplifications</a:t>
            </a:r>
            <a:r>
              <a:rPr lang="de-DE" dirty="0"/>
              <a:t> and </a:t>
            </a:r>
            <a:r>
              <a:rPr lang="de-DE" dirty="0" err="1"/>
              <a:t>Assumptions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le 3">
                <a:extLst>
                  <a:ext uri="{FF2B5EF4-FFF2-40B4-BE49-F238E27FC236}">
                    <a16:creationId xmlns:a16="http://schemas.microsoft.com/office/drawing/2014/main" id="{3BB45E57-496A-6613-E6BB-0CBD0425D4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9556043"/>
                  </p:ext>
                </p:extLst>
              </p:nvPr>
            </p:nvGraphicFramePr>
            <p:xfrm>
              <a:off x="497551" y="770901"/>
              <a:ext cx="4734353" cy="33962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8959">
                      <a:extLst>
                        <a:ext uri="{9D8B030D-6E8A-4147-A177-3AD203B41FA5}">
                          <a16:colId xmlns:a16="http://schemas.microsoft.com/office/drawing/2014/main" val="3675868330"/>
                        </a:ext>
                      </a:extLst>
                    </a:gridCol>
                    <a:gridCol w="1445074">
                      <a:extLst>
                        <a:ext uri="{9D8B030D-6E8A-4147-A177-3AD203B41FA5}">
                          <a16:colId xmlns:a16="http://schemas.microsoft.com/office/drawing/2014/main" val="992856329"/>
                        </a:ext>
                      </a:extLst>
                    </a:gridCol>
                    <a:gridCol w="1008112">
                      <a:extLst>
                        <a:ext uri="{9D8B030D-6E8A-4147-A177-3AD203B41FA5}">
                          <a16:colId xmlns:a16="http://schemas.microsoft.com/office/drawing/2014/main" val="999199911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1345978594"/>
                        </a:ext>
                      </a:extLst>
                    </a:gridCol>
                    <a:gridCol w="1008112">
                      <a:extLst>
                        <a:ext uri="{9D8B030D-6E8A-4147-A177-3AD203B41FA5}">
                          <a16:colId xmlns:a16="http://schemas.microsoft.com/office/drawing/2014/main" val="3770552525"/>
                        </a:ext>
                      </a:extLst>
                    </a:gridCol>
                  </a:tblGrid>
                  <a:tr h="39334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de-DE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de-DE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de-DE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𝒓𝒂𝒅</m:t>
                              </m:r>
                              <m:r>
                                <a:rPr lang="de-DE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de-DE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𝜶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𝒓𝒂𝒅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88016"/>
                      </a:ext>
                    </a:extLst>
                  </a:tr>
                  <a:tr h="59136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0.0563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8360605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−1.435+</m:t>
                                </m:r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0.109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6751895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−0.029+</m:t>
                                </m:r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0.101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569118"/>
                      </a:ext>
                    </a:extLst>
                  </a:tr>
                  <a:tr h="59136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de-DE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de-DE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94680846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8290415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de-DE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 algn="l"/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0.114</m:t>
                                </m:r>
                              </m:oMath>
                            </m:oMathPara>
                          </a14:m>
                          <a:endParaRPr lang="de-D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6411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le 3">
                <a:extLst>
                  <a:ext uri="{FF2B5EF4-FFF2-40B4-BE49-F238E27FC236}">
                    <a16:creationId xmlns:a16="http://schemas.microsoft.com/office/drawing/2014/main" id="{3BB45E57-496A-6613-E6BB-0CBD0425D4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9556043"/>
                  </p:ext>
                </p:extLst>
              </p:nvPr>
            </p:nvGraphicFramePr>
            <p:xfrm>
              <a:off x="497551" y="770901"/>
              <a:ext cx="4734353" cy="33962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8959">
                      <a:extLst>
                        <a:ext uri="{9D8B030D-6E8A-4147-A177-3AD203B41FA5}">
                          <a16:colId xmlns:a16="http://schemas.microsoft.com/office/drawing/2014/main" val="3675868330"/>
                        </a:ext>
                      </a:extLst>
                    </a:gridCol>
                    <a:gridCol w="1445074">
                      <a:extLst>
                        <a:ext uri="{9D8B030D-6E8A-4147-A177-3AD203B41FA5}">
                          <a16:colId xmlns:a16="http://schemas.microsoft.com/office/drawing/2014/main" val="992856329"/>
                        </a:ext>
                      </a:extLst>
                    </a:gridCol>
                    <a:gridCol w="1008112">
                      <a:extLst>
                        <a:ext uri="{9D8B030D-6E8A-4147-A177-3AD203B41FA5}">
                          <a16:colId xmlns:a16="http://schemas.microsoft.com/office/drawing/2014/main" val="999199911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1345978594"/>
                        </a:ext>
                      </a:extLst>
                    </a:gridCol>
                    <a:gridCol w="1008112">
                      <a:extLst>
                        <a:ext uri="{9D8B030D-6E8A-4147-A177-3AD203B41FA5}">
                          <a16:colId xmlns:a16="http://schemas.microsoft.com/office/drawing/2014/main" val="3770552525"/>
                        </a:ext>
                      </a:extLst>
                    </a:gridCol>
                  </a:tblGrid>
                  <a:tr h="393347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493" t="-1538" r="-1067164" b="-76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28571" t="-1538" r="-200420" b="-76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85455" t="-1538" r="-189091" b="-76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31690" t="-1538" r="-119718" b="-76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69277" t="-1538" r="-2410" b="-761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88016"/>
                      </a:ext>
                    </a:extLst>
                  </a:tr>
                  <a:tr h="59136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28571" t="-68041" r="-200420" b="-4103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85455" t="-68041" r="-189091" b="-4103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31690" t="-68041" r="-119718" b="-4103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69277" t="-68041" r="-2410" b="-4103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8360605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28571" t="-254688" r="-200420" b="-5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85455" t="-254688" r="-189091" b="-5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31690" t="-254688" r="-119718" b="-5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69277" t="-254688" r="-2410" b="-5218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6751895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28571" t="-349231" r="-200420" b="-4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85455" t="-349231" r="-189091" b="-4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31690" t="-349231" r="-119718" b="-4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69277" t="-349231" r="-2410" b="-41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7569118"/>
                      </a:ext>
                    </a:extLst>
                  </a:tr>
                  <a:tr h="59136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28571" t="-301031" r="-200420" b="-1773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85455" t="-301031" r="-189091" b="-1773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31690" t="-301031" r="-119718" b="-1773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69277" t="-301031" r="-2410" b="-1773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4680846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28571" t="-598462" r="-200420" b="-16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85455" t="-598462" r="-189091" b="-16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31690" t="-598462" r="-119718" b="-16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69277" t="-598462" r="-2410" b="-16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829041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28571" t="-432381" r="-200420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185455" t="-432381" r="-189091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31690" t="-432381" r="-119718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2"/>
                          <a:stretch>
                            <a:fillRect l="-369277" t="-432381" r="-2410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64113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BFFA5CEF-2B35-9812-EB43-C9A1C6449CF1}"/>
              </a:ext>
            </a:extLst>
          </p:cNvPr>
          <p:cNvGrpSpPr/>
          <p:nvPr/>
        </p:nvGrpSpPr>
        <p:grpSpPr>
          <a:xfrm>
            <a:off x="8562547" y="1811834"/>
            <a:ext cx="299895" cy="834655"/>
            <a:chOff x="4055360" y="333121"/>
            <a:chExt cx="347033" cy="965849"/>
          </a:xfrm>
        </p:grpSpPr>
        <p:sp>
          <p:nvSpPr>
            <p:cNvPr id="7" name="Rechteck: abgerundete Ecken 6">
              <a:extLst>
                <a:ext uri="{FF2B5EF4-FFF2-40B4-BE49-F238E27FC236}">
                  <a16:creationId xmlns:a16="http://schemas.microsoft.com/office/drawing/2014/main" id="{C5AD902F-0FB2-6DC3-A64B-6D5BE19FE460}"/>
                </a:ext>
              </a:extLst>
            </p:cNvPr>
            <p:cNvSpPr/>
            <p:nvPr/>
          </p:nvSpPr>
          <p:spPr>
            <a:xfrm rot="16831541">
              <a:off x="3795362" y="670152"/>
              <a:ext cx="94406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D781FE52-81F2-2D95-839D-D77E2AFCD4F8}"/>
                </a:ext>
              </a:extLst>
            </p:cNvPr>
            <p:cNvSpPr/>
            <p:nvPr/>
          </p:nvSpPr>
          <p:spPr>
            <a:xfrm>
              <a:off x="4055360" y="1000170"/>
              <a:ext cx="298800" cy="298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Bogen 8">
              <a:extLst>
                <a:ext uri="{FF2B5EF4-FFF2-40B4-BE49-F238E27FC236}">
                  <a16:creationId xmlns:a16="http://schemas.microsoft.com/office/drawing/2014/main" id="{0C93005C-CAA8-4818-AC17-69F059E8ABB2}"/>
                </a:ext>
              </a:extLst>
            </p:cNvPr>
            <p:cNvSpPr/>
            <p:nvPr/>
          </p:nvSpPr>
          <p:spPr>
            <a:xfrm rot="406834">
              <a:off x="4069150" y="997471"/>
              <a:ext cx="273600" cy="273600"/>
            </a:xfrm>
            <a:prstGeom prst="arc">
              <a:avLst>
                <a:gd name="adj1" fmla="val 11391794"/>
                <a:gd name="adj2" fmla="val 0"/>
              </a:avLst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D0E9FF46-F825-AC29-E808-150E7F3FEB2F}"/>
              </a:ext>
            </a:extLst>
          </p:cNvPr>
          <p:cNvSpPr/>
          <p:nvPr/>
        </p:nvSpPr>
        <p:spPr>
          <a:xfrm rot="16200000">
            <a:off x="7481014" y="5304127"/>
            <a:ext cx="1229765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7C0D1A59-A943-445E-2FA7-B3C828092613}"/>
              </a:ext>
            </a:extLst>
          </p:cNvPr>
          <p:cNvSpPr/>
          <p:nvPr/>
        </p:nvSpPr>
        <p:spPr>
          <a:xfrm rot="17400611">
            <a:off x="7694266" y="4402465"/>
            <a:ext cx="11023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B9BDD45E-42BF-EEAF-7754-A98C58932EC1}"/>
              </a:ext>
            </a:extLst>
          </p:cNvPr>
          <p:cNvCxnSpPr/>
          <p:nvPr/>
        </p:nvCxnSpPr>
        <p:spPr>
          <a:xfrm>
            <a:off x="8095897" y="5940271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7E6AD135-2362-7306-75E0-AF6F258BA2B1}"/>
              </a:ext>
            </a:extLst>
          </p:cNvPr>
          <p:cNvCxnSpPr>
            <a:cxnSpLocks/>
          </p:cNvCxnSpPr>
          <p:nvPr/>
        </p:nvCxnSpPr>
        <p:spPr>
          <a:xfrm flipV="1">
            <a:off x="8095897" y="5473621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F26A9480-3D5A-E08D-3D79-B88DE05BFF32}"/>
              </a:ext>
            </a:extLst>
          </p:cNvPr>
          <p:cNvCxnSpPr>
            <a:cxnSpLocks/>
          </p:cNvCxnSpPr>
          <p:nvPr/>
        </p:nvCxnSpPr>
        <p:spPr>
          <a:xfrm flipV="1">
            <a:off x="7862571" y="5940271"/>
            <a:ext cx="233325" cy="233325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A851BE9B-E414-085E-BC66-E86CDCBB1F18}"/>
              </a:ext>
            </a:extLst>
          </p:cNvPr>
          <p:cNvCxnSpPr>
            <a:cxnSpLocks/>
          </p:cNvCxnSpPr>
          <p:nvPr/>
        </p:nvCxnSpPr>
        <p:spPr>
          <a:xfrm flipV="1">
            <a:off x="8091506" y="4920485"/>
            <a:ext cx="0" cy="466650"/>
          </a:xfrm>
          <a:prstGeom prst="straightConnector1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0057B6AB-E456-928F-CC1F-85B6083B53F6}"/>
              </a:ext>
            </a:extLst>
          </p:cNvPr>
          <p:cNvCxnSpPr/>
          <p:nvPr/>
        </p:nvCxnSpPr>
        <p:spPr>
          <a:xfrm>
            <a:off x="8095897" y="4920485"/>
            <a:ext cx="4666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0E24D604-0192-DBAC-4ED9-2D3D52042D1D}"/>
              </a:ext>
            </a:extLst>
          </p:cNvPr>
          <p:cNvCxnSpPr>
            <a:cxnSpLocks/>
          </p:cNvCxnSpPr>
          <p:nvPr/>
        </p:nvCxnSpPr>
        <p:spPr>
          <a:xfrm flipV="1">
            <a:off x="8095897" y="4687160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434E6BBF-04D5-8EC1-A6E2-06DD990E1D01}"/>
              </a:ext>
            </a:extLst>
          </p:cNvPr>
          <p:cNvSpPr/>
          <p:nvPr/>
        </p:nvSpPr>
        <p:spPr>
          <a:xfrm rot="16831541">
            <a:off x="7900792" y="3527034"/>
            <a:ext cx="1157138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D9902C2A-55BF-9DCE-7F38-50A0B5BA13F8}"/>
              </a:ext>
            </a:extLst>
          </p:cNvPr>
          <p:cNvSpPr/>
          <p:nvPr/>
        </p:nvSpPr>
        <p:spPr>
          <a:xfrm rot="16831541">
            <a:off x="8208262" y="2775955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A12C568E-5A0B-FB74-D7DB-F638D45C360F}"/>
                  </a:ext>
                </a:extLst>
              </p:cNvPr>
              <p:cNvSpPr txBox="1"/>
              <p:nvPr/>
            </p:nvSpPr>
            <p:spPr>
              <a:xfrm>
                <a:off x="7850524" y="6096867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A12C568E-5A0B-FB74-D7DB-F638D45C3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524" y="6096867"/>
                <a:ext cx="237656" cy="239373"/>
              </a:xfrm>
              <a:prstGeom prst="rect">
                <a:avLst/>
              </a:prstGeom>
              <a:blipFill>
                <a:blip r:embed="rId23"/>
                <a:stretch>
                  <a:fillRect l="-35897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5BCFDDDB-8E9A-45F6-AF9A-A439ABF0D39B}"/>
                  </a:ext>
                </a:extLst>
              </p:cNvPr>
              <p:cNvSpPr txBox="1"/>
              <p:nvPr/>
            </p:nvSpPr>
            <p:spPr>
              <a:xfrm>
                <a:off x="8580224" y="5789474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5BCFDDDB-8E9A-45F6-AF9A-A439ABF0D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0224" y="5789474"/>
                <a:ext cx="237656" cy="239373"/>
              </a:xfrm>
              <a:prstGeom prst="rect">
                <a:avLst/>
              </a:prstGeom>
              <a:blipFill>
                <a:blip r:embed="rId24"/>
                <a:stretch>
                  <a:fillRect l="-48718" r="-2564" b="-487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A4785D95-C582-2646-85F1-179BFFE6D4D8}"/>
                  </a:ext>
                </a:extLst>
              </p:cNvPr>
              <p:cNvSpPr txBox="1"/>
              <p:nvPr/>
            </p:nvSpPr>
            <p:spPr>
              <a:xfrm>
                <a:off x="7883779" y="5257821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A4785D95-C582-2646-85F1-179BFFE6D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3779" y="5257821"/>
                <a:ext cx="225022" cy="239373"/>
              </a:xfrm>
              <a:prstGeom prst="rect">
                <a:avLst/>
              </a:prstGeom>
              <a:blipFill>
                <a:blip r:embed="rId25"/>
                <a:stretch>
                  <a:fillRect l="-37838" r="-2703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AC0B431A-65F2-DCB1-9DFD-A1C783CF4C4D}"/>
                  </a:ext>
                </a:extLst>
              </p:cNvPr>
              <p:cNvSpPr txBox="1"/>
              <p:nvPr/>
            </p:nvSpPr>
            <p:spPr>
              <a:xfrm>
                <a:off x="8157603" y="518344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AC0B431A-65F2-DCB1-9DFD-A1C783CF4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7603" y="5183443"/>
                <a:ext cx="237656" cy="239373"/>
              </a:xfrm>
              <a:prstGeom prst="rect">
                <a:avLst/>
              </a:prstGeom>
              <a:blipFill>
                <a:blip r:embed="rId26"/>
                <a:stretch>
                  <a:fillRect l="-46154" r="-2564" b="-4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67AB16DF-9267-EC32-FBA3-C17BEE9A1C17}"/>
                  </a:ext>
                </a:extLst>
              </p:cNvPr>
              <p:cNvSpPr txBox="1"/>
              <p:nvPr/>
            </p:nvSpPr>
            <p:spPr>
              <a:xfrm>
                <a:off x="8580224" y="4862310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67AB16DF-9267-EC32-FBA3-C17BEE9A1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0224" y="4862310"/>
                <a:ext cx="237656" cy="239373"/>
              </a:xfrm>
              <a:prstGeom prst="rect">
                <a:avLst/>
              </a:prstGeom>
              <a:blipFill>
                <a:blip r:embed="rId27"/>
                <a:stretch>
                  <a:fillRect l="-38462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93829B3B-B3A9-C1D7-1A5F-3AB7345FA4A7}"/>
                  </a:ext>
                </a:extLst>
              </p:cNvPr>
              <p:cNvSpPr txBox="1"/>
              <p:nvPr/>
            </p:nvSpPr>
            <p:spPr>
              <a:xfrm>
                <a:off x="8312539" y="4409266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93829B3B-B3A9-C1D7-1A5F-3AB7345FA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539" y="4409266"/>
                <a:ext cx="225022" cy="239373"/>
              </a:xfrm>
              <a:prstGeom prst="rect">
                <a:avLst/>
              </a:prstGeom>
              <a:blipFill>
                <a:blip r:embed="rId28"/>
                <a:stretch>
                  <a:fillRect l="-40541" b="-325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B82DD165-9977-4E33-0DC5-96BE64F0CE3A}"/>
              </a:ext>
            </a:extLst>
          </p:cNvPr>
          <p:cNvCxnSpPr>
            <a:cxnSpLocks/>
          </p:cNvCxnSpPr>
          <p:nvPr/>
        </p:nvCxnSpPr>
        <p:spPr>
          <a:xfrm rot="1200000" flipV="1">
            <a:off x="8475646" y="3667978"/>
            <a:ext cx="0" cy="4666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8F92DCBB-6CC6-BD6D-2AAE-E82F7CFC9D0B}"/>
              </a:ext>
            </a:extLst>
          </p:cNvPr>
          <p:cNvCxnSpPr>
            <a:cxnSpLocks/>
          </p:cNvCxnSpPr>
          <p:nvPr/>
        </p:nvCxnSpPr>
        <p:spPr>
          <a:xfrm rot="1200000">
            <a:off x="8376923" y="4194345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DF072CCB-8DA0-C7CB-904D-A71D15698FDE}"/>
              </a:ext>
            </a:extLst>
          </p:cNvPr>
          <p:cNvCxnSpPr>
            <a:cxnSpLocks/>
          </p:cNvCxnSpPr>
          <p:nvPr/>
        </p:nvCxnSpPr>
        <p:spPr>
          <a:xfrm rot="1200000" flipV="1">
            <a:off x="8423860" y="3928152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E280B01E-B2B1-4063-97E8-BD55180D1B97}"/>
              </a:ext>
            </a:extLst>
          </p:cNvPr>
          <p:cNvCxnSpPr>
            <a:cxnSpLocks/>
          </p:cNvCxnSpPr>
          <p:nvPr/>
        </p:nvCxnSpPr>
        <p:spPr>
          <a:xfrm rot="600000" flipV="1">
            <a:off x="8597135" y="2731194"/>
            <a:ext cx="0" cy="4666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A281B4B2-83E6-8908-1652-8D6F40525DD0}"/>
              </a:ext>
            </a:extLst>
          </p:cNvPr>
          <p:cNvCxnSpPr>
            <a:cxnSpLocks/>
          </p:cNvCxnSpPr>
          <p:nvPr/>
        </p:nvCxnSpPr>
        <p:spPr>
          <a:xfrm rot="600000">
            <a:off x="8553006" y="3234817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4E7EFABA-3E4E-7A72-817C-AD664F7C8382}"/>
              </a:ext>
            </a:extLst>
          </p:cNvPr>
          <p:cNvCxnSpPr>
            <a:cxnSpLocks/>
          </p:cNvCxnSpPr>
          <p:nvPr/>
        </p:nvCxnSpPr>
        <p:spPr>
          <a:xfrm rot="600000" flipV="1">
            <a:off x="8575035" y="2983005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Gerade Verbindung mit Pfeil 80">
            <a:extLst>
              <a:ext uri="{FF2B5EF4-FFF2-40B4-BE49-F238E27FC236}">
                <a16:creationId xmlns:a16="http://schemas.microsoft.com/office/drawing/2014/main" id="{EF833D7F-A08C-3F76-759D-3E55495A19BA}"/>
              </a:ext>
            </a:extLst>
          </p:cNvPr>
          <p:cNvCxnSpPr>
            <a:cxnSpLocks/>
          </p:cNvCxnSpPr>
          <p:nvPr/>
        </p:nvCxnSpPr>
        <p:spPr>
          <a:xfrm rot="600000" flipV="1">
            <a:off x="8597136" y="2731195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E77B8705-0E87-947A-F0D3-58BC110991F6}"/>
              </a:ext>
            </a:extLst>
          </p:cNvPr>
          <p:cNvCxnSpPr>
            <a:cxnSpLocks/>
          </p:cNvCxnSpPr>
          <p:nvPr/>
        </p:nvCxnSpPr>
        <p:spPr>
          <a:xfrm rot="600000">
            <a:off x="8553007" y="3234817"/>
            <a:ext cx="466650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3FF5D081-FD43-3266-7337-D3D652C8C5C8}"/>
              </a:ext>
            </a:extLst>
          </p:cNvPr>
          <p:cNvCxnSpPr>
            <a:cxnSpLocks/>
          </p:cNvCxnSpPr>
          <p:nvPr/>
        </p:nvCxnSpPr>
        <p:spPr>
          <a:xfrm rot="600000" flipV="1">
            <a:off x="8572220" y="2983500"/>
            <a:ext cx="233325" cy="233325"/>
          </a:xfrm>
          <a:prstGeom prst="straightConnector1">
            <a:avLst/>
          </a:prstGeom>
          <a:ln>
            <a:solidFill>
              <a:schemeClr val="accent6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C73A9C6C-F716-966B-5EA6-1D859D91EC47}"/>
                  </a:ext>
                </a:extLst>
              </p:cNvPr>
              <p:cNvSpPr txBox="1"/>
              <p:nvPr/>
            </p:nvSpPr>
            <p:spPr>
              <a:xfrm>
                <a:off x="8808806" y="4196891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C73A9C6C-F716-966B-5EA6-1D859D91E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806" y="4196891"/>
                <a:ext cx="237656" cy="239373"/>
              </a:xfrm>
              <a:prstGeom prst="rect">
                <a:avLst/>
              </a:prstGeom>
              <a:blipFill>
                <a:blip r:embed="rId29"/>
                <a:stretch>
                  <a:fillRect l="-46154" r="-5128" b="-4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feld 90">
                <a:extLst>
                  <a:ext uri="{FF2B5EF4-FFF2-40B4-BE49-F238E27FC236}">
                    <a16:creationId xmlns:a16="http://schemas.microsoft.com/office/drawing/2014/main" id="{8AECEF25-79A2-B8C0-0F6C-9AA1139558B2}"/>
                  </a:ext>
                </a:extLst>
              </p:cNvPr>
              <p:cNvSpPr txBox="1"/>
              <p:nvPr/>
            </p:nvSpPr>
            <p:spPr>
              <a:xfrm>
                <a:off x="8314896" y="343296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1" name="Textfeld 90">
                <a:extLst>
                  <a:ext uri="{FF2B5EF4-FFF2-40B4-BE49-F238E27FC236}">
                    <a16:creationId xmlns:a16="http://schemas.microsoft.com/office/drawing/2014/main" id="{8AECEF25-79A2-B8C0-0F6C-9AA113955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4896" y="3432963"/>
                <a:ext cx="237656" cy="239373"/>
              </a:xfrm>
              <a:prstGeom prst="rect">
                <a:avLst/>
              </a:prstGeom>
              <a:blipFill>
                <a:blip r:embed="rId30"/>
                <a:stretch>
                  <a:fillRect l="-35897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feld 114">
                <a:extLst>
                  <a:ext uri="{FF2B5EF4-FFF2-40B4-BE49-F238E27FC236}">
                    <a16:creationId xmlns:a16="http://schemas.microsoft.com/office/drawing/2014/main" id="{97D6DEFB-F9B3-44F4-418F-ACF26D3AB2BB}"/>
                  </a:ext>
                </a:extLst>
              </p:cNvPr>
              <p:cNvSpPr txBox="1"/>
              <p:nvPr/>
            </p:nvSpPr>
            <p:spPr>
              <a:xfrm>
                <a:off x="8714144" y="3726827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15" name="Textfeld 114">
                <a:extLst>
                  <a:ext uri="{FF2B5EF4-FFF2-40B4-BE49-F238E27FC236}">
                    <a16:creationId xmlns:a16="http://schemas.microsoft.com/office/drawing/2014/main" id="{97D6DEFB-F9B3-44F4-418F-ACF26D3AB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4144" y="3726827"/>
                <a:ext cx="225022" cy="239373"/>
              </a:xfrm>
              <a:prstGeom prst="rect">
                <a:avLst/>
              </a:prstGeom>
              <a:blipFill>
                <a:blip r:embed="rId31"/>
                <a:stretch>
                  <a:fillRect l="-37838" r="-2703" b="-325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Bogen 116">
            <a:extLst>
              <a:ext uri="{FF2B5EF4-FFF2-40B4-BE49-F238E27FC236}">
                <a16:creationId xmlns:a16="http://schemas.microsoft.com/office/drawing/2014/main" id="{823CF34C-B456-55CB-52A8-3581E9F97F7D}"/>
              </a:ext>
            </a:extLst>
          </p:cNvPr>
          <p:cNvSpPr/>
          <p:nvPr/>
        </p:nvSpPr>
        <p:spPr>
          <a:xfrm>
            <a:off x="7933484" y="5646568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8" name="Bogen 117">
            <a:extLst>
              <a:ext uri="{FF2B5EF4-FFF2-40B4-BE49-F238E27FC236}">
                <a16:creationId xmlns:a16="http://schemas.microsoft.com/office/drawing/2014/main" id="{FE1B91BB-3696-35A4-9CB9-7F634D1CB931}"/>
              </a:ext>
            </a:extLst>
          </p:cNvPr>
          <p:cNvSpPr/>
          <p:nvPr/>
        </p:nvSpPr>
        <p:spPr>
          <a:xfrm rot="2701103">
            <a:off x="8120881" y="4658280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9" name="Bogen 118">
            <a:extLst>
              <a:ext uri="{FF2B5EF4-FFF2-40B4-BE49-F238E27FC236}">
                <a16:creationId xmlns:a16="http://schemas.microsoft.com/office/drawing/2014/main" id="{F7A9D90F-BA63-F713-30C3-18EC0380004F}"/>
              </a:ext>
            </a:extLst>
          </p:cNvPr>
          <p:cNvSpPr/>
          <p:nvPr/>
        </p:nvSpPr>
        <p:spPr>
          <a:xfrm rot="3185177">
            <a:off x="8446004" y="3943272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0" name="Ellipse 119">
            <a:extLst>
              <a:ext uri="{FF2B5EF4-FFF2-40B4-BE49-F238E27FC236}">
                <a16:creationId xmlns:a16="http://schemas.microsoft.com/office/drawing/2014/main" id="{A53F7A5E-88F7-F67E-AEA1-291F996FFD50}"/>
              </a:ext>
            </a:extLst>
          </p:cNvPr>
          <p:cNvSpPr/>
          <p:nvPr/>
        </p:nvSpPr>
        <p:spPr>
          <a:xfrm>
            <a:off x="8535976" y="3154092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1" name="Ellipse 120">
            <a:extLst>
              <a:ext uri="{FF2B5EF4-FFF2-40B4-BE49-F238E27FC236}">
                <a16:creationId xmlns:a16="http://schemas.microsoft.com/office/drawing/2014/main" id="{961DA703-A696-1F6B-870A-BB68227C77B5}"/>
              </a:ext>
            </a:extLst>
          </p:cNvPr>
          <p:cNvSpPr/>
          <p:nvPr/>
        </p:nvSpPr>
        <p:spPr>
          <a:xfrm>
            <a:off x="8367397" y="4073322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2" name="Ellipse 121">
            <a:extLst>
              <a:ext uri="{FF2B5EF4-FFF2-40B4-BE49-F238E27FC236}">
                <a16:creationId xmlns:a16="http://schemas.microsoft.com/office/drawing/2014/main" id="{0EFEB69B-8826-C05E-3C15-6B302E907556}"/>
              </a:ext>
            </a:extLst>
          </p:cNvPr>
          <p:cNvSpPr/>
          <p:nvPr/>
        </p:nvSpPr>
        <p:spPr>
          <a:xfrm>
            <a:off x="8060396" y="4894252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3" name="Ellipse 122">
            <a:extLst>
              <a:ext uri="{FF2B5EF4-FFF2-40B4-BE49-F238E27FC236}">
                <a16:creationId xmlns:a16="http://schemas.microsoft.com/office/drawing/2014/main" id="{80BD9B65-01DE-5972-8A91-4E04823AEB73}"/>
              </a:ext>
            </a:extLst>
          </p:cNvPr>
          <p:cNvSpPr/>
          <p:nvPr/>
        </p:nvSpPr>
        <p:spPr>
          <a:xfrm>
            <a:off x="8064786" y="5909161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feld 123">
                <a:extLst>
                  <a:ext uri="{FF2B5EF4-FFF2-40B4-BE49-F238E27FC236}">
                    <a16:creationId xmlns:a16="http://schemas.microsoft.com/office/drawing/2014/main" id="{B42EB9F7-FF68-B089-CB65-9EF001721D41}"/>
                  </a:ext>
                </a:extLst>
              </p:cNvPr>
              <p:cNvSpPr txBox="1"/>
              <p:nvPr/>
            </p:nvSpPr>
            <p:spPr>
              <a:xfrm>
                <a:off x="8289656" y="5482592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24" name="Textfeld 123">
                <a:extLst>
                  <a:ext uri="{FF2B5EF4-FFF2-40B4-BE49-F238E27FC236}">
                    <a16:creationId xmlns:a16="http://schemas.microsoft.com/office/drawing/2014/main" id="{B42EB9F7-FF68-B089-CB65-9EF001721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656" y="5482592"/>
                <a:ext cx="237656" cy="239373"/>
              </a:xfrm>
              <a:prstGeom prst="rect">
                <a:avLst/>
              </a:prstGeom>
              <a:blipFill>
                <a:blip r:embed="rId33"/>
                <a:stretch>
                  <a:fillRect l="-46154" r="-2564" b="-325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feld 124">
                <a:extLst>
                  <a:ext uri="{FF2B5EF4-FFF2-40B4-BE49-F238E27FC236}">
                    <a16:creationId xmlns:a16="http://schemas.microsoft.com/office/drawing/2014/main" id="{BDC67147-B6A0-6A49-EE18-4608D45C9B8A}"/>
                  </a:ext>
                </a:extLst>
              </p:cNvPr>
              <p:cNvSpPr txBox="1"/>
              <p:nvPr/>
            </p:nvSpPr>
            <p:spPr>
              <a:xfrm>
                <a:off x="8463388" y="4607744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25" name="Textfeld 124">
                <a:extLst>
                  <a:ext uri="{FF2B5EF4-FFF2-40B4-BE49-F238E27FC236}">
                    <a16:creationId xmlns:a16="http://schemas.microsoft.com/office/drawing/2014/main" id="{BDC67147-B6A0-6A49-EE18-4608D45C9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3388" y="4607744"/>
                <a:ext cx="237656" cy="239373"/>
              </a:xfrm>
              <a:prstGeom prst="rect">
                <a:avLst/>
              </a:prstGeom>
              <a:blipFill>
                <a:blip r:embed="rId34"/>
                <a:stretch>
                  <a:fillRect l="-43590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feld 125">
                <a:extLst>
                  <a:ext uri="{FF2B5EF4-FFF2-40B4-BE49-F238E27FC236}">
                    <a16:creationId xmlns:a16="http://schemas.microsoft.com/office/drawing/2014/main" id="{849C7C08-B422-C533-C317-AADBE27783B1}"/>
                  </a:ext>
                </a:extLst>
              </p:cNvPr>
              <p:cNvSpPr txBox="1"/>
              <p:nvPr/>
            </p:nvSpPr>
            <p:spPr>
              <a:xfrm>
                <a:off x="8770430" y="3946084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26" name="Textfeld 125">
                <a:extLst>
                  <a:ext uri="{FF2B5EF4-FFF2-40B4-BE49-F238E27FC236}">
                    <a16:creationId xmlns:a16="http://schemas.microsoft.com/office/drawing/2014/main" id="{849C7C08-B422-C533-C317-AADBE2778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0430" y="3946084"/>
                <a:ext cx="237656" cy="239373"/>
              </a:xfrm>
              <a:prstGeom prst="rect">
                <a:avLst/>
              </a:prstGeom>
              <a:blipFill>
                <a:blip r:embed="rId35"/>
                <a:stretch>
                  <a:fillRect l="-46154" r="-5128" b="-325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7" name="Gerade Verbindung mit Pfeil 126">
            <a:extLst>
              <a:ext uri="{FF2B5EF4-FFF2-40B4-BE49-F238E27FC236}">
                <a16:creationId xmlns:a16="http://schemas.microsoft.com/office/drawing/2014/main" id="{F27079A2-BE5D-FDCB-8ADB-9F651E4AD261}"/>
              </a:ext>
            </a:extLst>
          </p:cNvPr>
          <p:cNvCxnSpPr>
            <a:cxnSpLocks/>
          </p:cNvCxnSpPr>
          <p:nvPr/>
        </p:nvCxnSpPr>
        <p:spPr>
          <a:xfrm>
            <a:off x="7702886" y="4931671"/>
            <a:ext cx="0" cy="10208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feld 127">
                <a:extLst>
                  <a:ext uri="{FF2B5EF4-FFF2-40B4-BE49-F238E27FC236}">
                    <a16:creationId xmlns:a16="http://schemas.microsoft.com/office/drawing/2014/main" id="{08CD5FFC-81A9-C1BB-FA40-946B56D4504F}"/>
                  </a:ext>
                </a:extLst>
              </p:cNvPr>
              <p:cNvSpPr txBox="1"/>
              <p:nvPr/>
            </p:nvSpPr>
            <p:spPr>
              <a:xfrm>
                <a:off x="7443059" y="5353934"/>
                <a:ext cx="243307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28" name="Textfeld 127">
                <a:extLst>
                  <a:ext uri="{FF2B5EF4-FFF2-40B4-BE49-F238E27FC236}">
                    <a16:creationId xmlns:a16="http://schemas.microsoft.com/office/drawing/2014/main" id="{08CD5FFC-81A9-C1BB-FA40-946B56D45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3059" y="5353934"/>
                <a:ext cx="243307" cy="239373"/>
              </a:xfrm>
              <a:prstGeom prst="rect">
                <a:avLst/>
              </a:prstGeom>
              <a:blipFill>
                <a:blip r:embed="rId36"/>
                <a:stretch>
                  <a:fillRect l="-45000" r="-5000" b="-325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9" name="Gerade Verbindung mit Pfeil 128">
            <a:extLst>
              <a:ext uri="{FF2B5EF4-FFF2-40B4-BE49-F238E27FC236}">
                <a16:creationId xmlns:a16="http://schemas.microsoft.com/office/drawing/2014/main" id="{AB94372D-149C-5DA8-74AB-CF4AAA2C15DA}"/>
              </a:ext>
            </a:extLst>
          </p:cNvPr>
          <p:cNvCxnSpPr>
            <a:cxnSpLocks/>
          </p:cNvCxnSpPr>
          <p:nvPr/>
        </p:nvCxnSpPr>
        <p:spPr>
          <a:xfrm flipH="1">
            <a:off x="7702886" y="3998928"/>
            <a:ext cx="295276" cy="8259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feld 129">
                <a:extLst>
                  <a:ext uri="{FF2B5EF4-FFF2-40B4-BE49-F238E27FC236}">
                    <a16:creationId xmlns:a16="http://schemas.microsoft.com/office/drawing/2014/main" id="{A563988E-5C75-2035-96DE-EAF5996DD23B}"/>
                  </a:ext>
                </a:extLst>
              </p:cNvPr>
              <p:cNvSpPr txBox="1"/>
              <p:nvPr/>
            </p:nvSpPr>
            <p:spPr>
              <a:xfrm>
                <a:off x="7616113" y="4193011"/>
                <a:ext cx="243751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30" name="Textfeld 129">
                <a:extLst>
                  <a:ext uri="{FF2B5EF4-FFF2-40B4-BE49-F238E27FC236}">
                    <a16:creationId xmlns:a16="http://schemas.microsoft.com/office/drawing/2014/main" id="{A563988E-5C75-2035-96DE-EAF5996DD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6113" y="4193011"/>
                <a:ext cx="243751" cy="239373"/>
              </a:xfrm>
              <a:prstGeom prst="rect">
                <a:avLst/>
              </a:prstGeom>
              <a:blipFill>
                <a:blip r:embed="rId37"/>
                <a:stretch>
                  <a:fillRect l="-35000" r="-5000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1" name="Gerade Verbindung mit Pfeil 130">
            <a:extLst>
              <a:ext uri="{FF2B5EF4-FFF2-40B4-BE49-F238E27FC236}">
                <a16:creationId xmlns:a16="http://schemas.microsoft.com/office/drawing/2014/main" id="{8E8CDF43-89ED-E3C5-685D-C8EDAF289D17}"/>
              </a:ext>
            </a:extLst>
          </p:cNvPr>
          <p:cNvCxnSpPr>
            <a:cxnSpLocks/>
          </p:cNvCxnSpPr>
          <p:nvPr/>
        </p:nvCxnSpPr>
        <p:spPr>
          <a:xfrm flipH="1">
            <a:off x="8000115" y="3097983"/>
            <a:ext cx="161425" cy="89541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feld 131">
                <a:extLst>
                  <a:ext uri="{FF2B5EF4-FFF2-40B4-BE49-F238E27FC236}">
                    <a16:creationId xmlns:a16="http://schemas.microsoft.com/office/drawing/2014/main" id="{D198DDD6-17F9-261C-6C4C-AF4A46C82F66}"/>
                  </a:ext>
                </a:extLst>
              </p:cNvPr>
              <p:cNvSpPr txBox="1"/>
              <p:nvPr/>
            </p:nvSpPr>
            <p:spPr>
              <a:xfrm>
                <a:off x="7854341" y="3319483"/>
                <a:ext cx="243751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32" name="Textfeld 131">
                <a:extLst>
                  <a:ext uri="{FF2B5EF4-FFF2-40B4-BE49-F238E27FC236}">
                    <a16:creationId xmlns:a16="http://schemas.microsoft.com/office/drawing/2014/main" id="{D198DDD6-17F9-261C-6C4C-AF4A46C82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4341" y="3319483"/>
                <a:ext cx="243751" cy="239373"/>
              </a:xfrm>
              <a:prstGeom prst="rect">
                <a:avLst/>
              </a:prstGeom>
              <a:blipFill>
                <a:blip r:embed="rId38"/>
                <a:stretch>
                  <a:fillRect l="-35000" r="-5000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4" name="Gruppieren 133">
            <a:extLst>
              <a:ext uri="{FF2B5EF4-FFF2-40B4-BE49-F238E27FC236}">
                <a16:creationId xmlns:a16="http://schemas.microsoft.com/office/drawing/2014/main" id="{EDE1AEC2-4ED5-D4E8-E142-9C66CBEEEC29}"/>
              </a:ext>
            </a:extLst>
          </p:cNvPr>
          <p:cNvGrpSpPr/>
          <p:nvPr/>
        </p:nvGrpSpPr>
        <p:grpSpPr>
          <a:xfrm>
            <a:off x="8289656" y="1084293"/>
            <a:ext cx="690649" cy="661639"/>
            <a:chOff x="4187802" y="572487"/>
            <a:chExt cx="799208" cy="765637"/>
          </a:xfrm>
          <a:solidFill>
            <a:schemeClr val="bg2"/>
          </a:solidFill>
        </p:grpSpPr>
        <p:sp>
          <p:nvSpPr>
            <p:cNvPr id="135" name="Rechteck: abgerundete Ecken 134">
              <a:extLst>
                <a:ext uri="{FF2B5EF4-FFF2-40B4-BE49-F238E27FC236}">
                  <a16:creationId xmlns:a16="http://schemas.microsoft.com/office/drawing/2014/main" id="{C9EB50CD-80DB-68FA-F680-A919397CAECB}"/>
                </a:ext>
              </a:extLst>
            </p:cNvPr>
            <p:cNvSpPr/>
            <p:nvPr/>
          </p:nvSpPr>
          <p:spPr>
            <a:xfrm rot="17846165">
              <a:off x="4143570" y="1023892"/>
              <a:ext cx="358464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6" name="Rechteck: abgerundete Ecken 135">
              <a:extLst>
                <a:ext uri="{FF2B5EF4-FFF2-40B4-BE49-F238E27FC236}">
                  <a16:creationId xmlns:a16="http://schemas.microsoft.com/office/drawing/2014/main" id="{1C0575D6-00E3-9294-E239-3FE76A2D9181}"/>
                </a:ext>
              </a:extLst>
            </p:cNvPr>
            <p:cNvSpPr/>
            <p:nvPr/>
          </p:nvSpPr>
          <p:spPr>
            <a:xfrm rot="18031528">
              <a:off x="4193548" y="906532"/>
              <a:ext cx="38564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7" name="Rechteck: abgerundete Ecken 136">
              <a:extLst>
                <a:ext uri="{FF2B5EF4-FFF2-40B4-BE49-F238E27FC236}">
                  <a16:creationId xmlns:a16="http://schemas.microsoft.com/office/drawing/2014/main" id="{C3157F27-FFA7-715D-0AD1-C6264F0FE822}"/>
                </a:ext>
              </a:extLst>
            </p:cNvPr>
            <p:cNvSpPr/>
            <p:nvPr/>
          </p:nvSpPr>
          <p:spPr>
            <a:xfrm rot="18670581">
              <a:off x="4285390" y="805665"/>
              <a:ext cx="35119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8" name="Rechteck: abgerundete Ecken 137">
              <a:extLst>
                <a:ext uri="{FF2B5EF4-FFF2-40B4-BE49-F238E27FC236}">
                  <a16:creationId xmlns:a16="http://schemas.microsoft.com/office/drawing/2014/main" id="{D64B1D8F-C06B-2455-5D76-B773A6363D29}"/>
                </a:ext>
              </a:extLst>
            </p:cNvPr>
            <p:cNvSpPr/>
            <p:nvPr/>
          </p:nvSpPr>
          <p:spPr>
            <a:xfrm rot="19138246">
              <a:off x="4372840" y="712580"/>
              <a:ext cx="361583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9" name="Rechteck: abgerundete Ecken 138">
              <a:extLst>
                <a:ext uri="{FF2B5EF4-FFF2-40B4-BE49-F238E27FC236}">
                  <a16:creationId xmlns:a16="http://schemas.microsoft.com/office/drawing/2014/main" id="{5FD8DFA7-BEDB-7BE1-C3A5-DAAAD5220693}"/>
                </a:ext>
              </a:extLst>
            </p:cNvPr>
            <p:cNvSpPr/>
            <p:nvPr/>
          </p:nvSpPr>
          <p:spPr>
            <a:xfrm rot="19978002">
              <a:off x="4470995" y="632459"/>
              <a:ext cx="40125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0" name="Rechteck: abgerundete Ecken 139">
              <a:extLst>
                <a:ext uri="{FF2B5EF4-FFF2-40B4-BE49-F238E27FC236}">
                  <a16:creationId xmlns:a16="http://schemas.microsoft.com/office/drawing/2014/main" id="{F475D158-E33A-D650-E0F5-A0BF83943B43}"/>
                </a:ext>
              </a:extLst>
            </p:cNvPr>
            <p:cNvSpPr/>
            <p:nvPr/>
          </p:nvSpPr>
          <p:spPr>
            <a:xfrm rot="20320678">
              <a:off x="4620489" y="572487"/>
              <a:ext cx="36652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41" name="Rechteck: abgerundete Ecken 140">
            <a:extLst>
              <a:ext uri="{FF2B5EF4-FFF2-40B4-BE49-F238E27FC236}">
                <a16:creationId xmlns:a16="http://schemas.microsoft.com/office/drawing/2014/main" id="{51DACAB3-D022-0102-08E6-DA35CA4D61F0}"/>
              </a:ext>
            </a:extLst>
          </p:cNvPr>
          <p:cNvSpPr/>
          <p:nvPr/>
        </p:nvSpPr>
        <p:spPr>
          <a:xfrm rot="707101">
            <a:off x="8259286" y="1713235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42" name="Gruppieren 141">
            <a:extLst>
              <a:ext uri="{FF2B5EF4-FFF2-40B4-BE49-F238E27FC236}">
                <a16:creationId xmlns:a16="http://schemas.microsoft.com/office/drawing/2014/main" id="{E55ACCD3-6713-C707-BAA6-142880012A9A}"/>
              </a:ext>
            </a:extLst>
          </p:cNvPr>
          <p:cNvGrpSpPr/>
          <p:nvPr/>
        </p:nvGrpSpPr>
        <p:grpSpPr>
          <a:xfrm rot="373197">
            <a:off x="8269038" y="992057"/>
            <a:ext cx="362782" cy="871298"/>
            <a:chOff x="6970635" y="914515"/>
            <a:chExt cx="419805" cy="1008252"/>
          </a:xfrm>
        </p:grpSpPr>
        <p:sp>
          <p:nvSpPr>
            <p:cNvPr id="143" name="Rechteck: abgerundete Ecken 142">
              <a:extLst>
                <a:ext uri="{FF2B5EF4-FFF2-40B4-BE49-F238E27FC236}">
                  <a16:creationId xmlns:a16="http://schemas.microsoft.com/office/drawing/2014/main" id="{19678A99-52E0-757B-FAEA-B8A83B6ED659}"/>
                </a:ext>
              </a:extLst>
            </p:cNvPr>
            <p:cNvSpPr/>
            <p:nvPr/>
          </p:nvSpPr>
          <p:spPr>
            <a:xfrm rot="15742859">
              <a:off x="6941774" y="1608535"/>
              <a:ext cx="358464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4" name="Rechteck: abgerundete Ecken 143">
              <a:extLst>
                <a:ext uri="{FF2B5EF4-FFF2-40B4-BE49-F238E27FC236}">
                  <a16:creationId xmlns:a16="http://schemas.microsoft.com/office/drawing/2014/main" id="{8CE90363-CD5E-CD35-AC81-6827C7688888}"/>
                </a:ext>
              </a:extLst>
            </p:cNvPr>
            <p:cNvSpPr/>
            <p:nvPr/>
          </p:nvSpPr>
          <p:spPr>
            <a:xfrm rot="15928222">
              <a:off x="6912814" y="1475954"/>
              <a:ext cx="38564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5" name="Rechteck: abgerundete Ecken 144">
              <a:extLst>
                <a:ext uri="{FF2B5EF4-FFF2-40B4-BE49-F238E27FC236}">
                  <a16:creationId xmlns:a16="http://schemas.microsoft.com/office/drawing/2014/main" id="{512CCBF0-FDD7-038A-DA17-1FAD8D4418B6}"/>
                </a:ext>
              </a:extLst>
            </p:cNvPr>
            <p:cNvSpPr/>
            <p:nvPr/>
          </p:nvSpPr>
          <p:spPr>
            <a:xfrm rot="16567275">
              <a:off x="6933187" y="1350527"/>
              <a:ext cx="35119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6" name="Rechteck: abgerundete Ecken 145">
              <a:extLst>
                <a:ext uri="{FF2B5EF4-FFF2-40B4-BE49-F238E27FC236}">
                  <a16:creationId xmlns:a16="http://schemas.microsoft.com/office/drawing/2014/main" id="{ADF7BA35-A3B4-6701-6FCB-A1AAF9691FD8}"/>
                </a:ext>
              </a:extLst>
            </p:cNvPr>
            <p:cNvSpPr/>
            <p:nvPr/>
          </p:nvSpPr>
          <p:spPr>
            <a:xfrm rot="17034940">
              <a:off x="6950366" y="1221115"/>
              <a:ext cx="361583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7" name="Rechteck: abgerundete Ecken 146">
              <a:extLst>
                <a:ext uri="{FF2B5EF4-FFF2-40B4-BE49-F238E27FC236}">
                  <a16:creationId xmlns:a16="http://schemas.microsoft.com/office/drawing/2014/main" id="{7622CDB6-4C88-8749-2785-34623B9356EA}"/>
                </a:ext>
              </a:extLst>
            </p:cNvPr>
            <p:cNvSpPr/>
            <p:nvPr/>
          </p:nvSpPr>
          <p:spPr>
            <a:xfrm rot="17874696">
              <a:off x="6981099" y="1087759"/>
              <a:ext cx="40125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8" name="Rechteck: abgerundete Ecken 147">
              <a:extLst>
                <a:ext uri="{FF2B5EF4-FFF2-40B4-BE49-F238E27FC236}">
                  <a16:creationId xmlns:a16="http://schemas.microsoft.com/office/drawing/2014/main" id="{133E3FB6-CA93-7783-A6C5-BA0AC99B9437}"/>
                </a:ext>
              </a:extLst>
            </p:cNvPr>
            <p:cNvSpPr/>
            <p:nvPr/>
          </p:nvSpPr>
          <p:spPr>
            <a:xfrm rot="18217372">
              <a:off x="7072179" y="962776"/>
              <a:ext cx="36652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49" name="Gruppieren 148">
            <a:extLst>
              <a:ext uri="{FF2B5EF4-FFF2-40B4-BE49-F238E27FC236}">
                <a16:creationId xmlns:a16="http://schemas.microsoft.com/office/drawing/2014/main" id="{A4E71269-E2DB-A99A-B9AA-00D144F4CFA2}"/>
              </a:ext>
            </a:extLst>
          </p:cNvPr>
          <p:cNvGrpSpPr/>
          <p:nvPr/>
        </p:nvGrpSpPr>
        <p:grpSpPr>
          <a:xfrm rot="1459113" flipH="1">
            <a:off x="8879934" y="1133124"/>
            <a:ext cx="362782" cy="871298"/>
            <a:chOff x="6970635" y="914515"/>
            <a:chExt cx="419805" cy="1008252"/>
          </a:xfrm>
        </p:grpSpPr>
        <p:sp>
          <p:nvSpPr>
            <p:cNvPr id="150" name="Rechteck: abgerundete Ecken 149">
              <a:extLst>
                <a:ext uri="{FF2B5EF4-FFF2-40B4-BE49-F238E27FC236}">
                  <a16:creationId xmlns:a16="http://schemas.microsoft.com/office/drawing/2014/main" id="{24483295-BAEF-027E-0A83-C1338CFB2DC4}"/>
                </a:ext>
              </a:extLst>
            </p:cNvPr>
            <p:cNvSpPr/>
            <p:nvPr/>
          </p:nvSpPr>
          <p:spPr>
            <a:xfrm rot="15742859">
              <a:off x="6941774" y="1608535"/>
              <a:ext cx="358464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1" name="Rechteck: abgerundete Ecken 150">
              <a:extLst>
                <a:ext uri="{FF2B5EF4-FFF2-40B4-BE49-F238E27FC236}">
                  <a16:creationId xmlns:a16="http://schemas.microsoft.com/office/drawing/2014/main" id="{4D260A5E-E91E-BF35-F011-15A8B0EC3CA4}"/>
                </a:ext>
              </a:extLst>
            </p:cNvPr>
            <p:cNvSpPr/>
            <p:nvPr/>
          </p:nvSpPr>
          <p:spPr>
            <a:xfrm rot="15928222">
              <a:off x="6912814" y="1475954"/>
              <a:ext cx="38564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2" name="Rechteck: abgerundete Ecken 151">
              <a:extLst>
                <a:ext uri="{FF2B5EF4-FFF2-40B4-BE49-F238E27FC236}">
                  <a16:creationId xmlns:a16="http://schemas.microsoft.com/office/drawing/2014/main" id="{60609188-21AB-6580-301F-8D96B25446C1}"/>
                </a:ext>
              </a:extLst>
            </p:cNvPr>
            <p:cNvSpPr/>
            <p:nvPr/>
          </p:nvSpPr>
          <p:spPr>
            <a:xfrm rot="16567275">
              <a:off x="6933187" y="1350527"/>
              <a:ext cx="35119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3" name="Rechteck: abgerundete Ecken 152">
              <a:extLst>
                <a:ext uri="{FF2B5EF4-FFF2-40B4-BE49-F238E27FC236}">
                  <a16:creationId xmlns:a16="http://schemas.microsoft.com/office/drawing/2014/main" id="{86E9E829-BE5D-9538-38AB-47AB8227187B}"/>
                </a:ext>
              </a:extLst>
            </p:cNvPr>
            <p:cNvSpPr/>
            <p:nvPr/>
          </p:nvSpPr>
          <p:spPr>
            <a:xfrm rot="17034940">
              <a:off x="6950366" y="1221115"/>
              <a:ext cx="361583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4" name="Rechteck: abgerundete Ecken 153">
              <a:extLst>
                <a:ext uri="{FF2B5EF4-FFF2-40B4-BE49-F238E27FC236}">
                  <a16:creationId xmlns:a16="http://schemas.microsoft.com/office/drawing/2014/main" id="{868E660D-5180-D0A9-13B1-F11F8285FC03}"/>
                </a:ext>
              </a:extLst>
            </p:cNvPr>
            <p:cNvSpPr/>
            <p:nvPr/>
          </p:nvSpPr>
          <p:spPr>
            <a:xfrm rot="17874696">
              <a:off x="6981099" y="1087759"/>
              <a:ext cx="40125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5" name="Rechteck: abgerundete Ecken 154">
              <a:extLst>
                <a:ext uri="{FF2B5EF4-FFF2-40B4-BE49-F238E27FC236}">
                  <a16:creationId xmlns:a16="http://schemas.microsoft.com/office/drawing/2014/main" id="{7FDCA465-531E-E34B-031E-DA219D835633}"/>
                </a:ext>
              </a:extLst>
            </p:cNvPr>
            <p:cNvSpPr/>
            <p:nvPr/>
          </p:nvSpPr>
          <p:spPr>
            <a:xfrm rot="18217372">
              <a:off x="7072179" y="962776"/>
              <a:ext cx="36652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F61A7266-EAAE-B2DE-25C0-D5FB61332A60}"/>
              </a:ext>
            </a:extLst>
          </p:cNvPr>
          <p:cNvCxnSpPr>
            <a:cxnSpLocks/>
          </p:cNvCxnSpPr>
          <p:nvPr/>
        </p:nvCxnSpPr>
        <p:spPr>
          <a:xfrm flipH="1">
            <a:off x="8167835" y="1109036"/>
            <a:ext cx="376920" cy="199155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A36F34FD-32F6-D19E-C62A-D24EA7D24253}"/>
                  </a:ext>
                </a:extLst>
              </p:cNvPr>
              <p:cNvSpPr txBox="1"/>
              <p:nvPr/>
            </p:nvSpPr>
            <p:spPr>
              <a:xfrm>
                <a:off x="8062865" y="2011176"/>
                <a:ext cx="3045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A36F34FD-32F6-D19E-C62A-D24EA7D24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2865" y="2011176"/>
                <a:ext cx="304507" cy="276999"/>
              </a:xfrm>
              <a:prstGeom prst="rect">
                <a:avLst/>
              </a:prstGeom>
              <a:blipFill>
                <a:blip r:embed="rId39"/>
                <a:stretch>
                  <a:fillRect l="-28000" b="-1777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A5AE08A0-C296-FC96-0CCA-A1B5078E922E}"/>
                  </a:ext>
                </a:extLst>
              </p:cNvPr>
              <p:cNvSpPr txBox="1"/>
              <p:nvPr/>
            </p:nvSpPr>
            <p:spPr>
              <a:xfrm>
                <a:off x="9154054" y="575513"/>
                <a:ext cx="370863" cy="2578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𝑡𝑐𝑝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A5AE08A0-C296-FC96-0CCA-A1B5078E9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4054" y="575513"/>
                <a:ext cx="370863" cy="257881"/>
              </a:xfrm>
              <a:prstGeom prst="rect">
                <a:avLst/>
              </a:prstGeom>
              <a:blipFill>
                <a:blip r:embed="rId40"/>
                <a:stretch>
                  <a:fillRect l="-26667" r="-8333" b="-395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2C482010-0E91-8D69-9EDB-1BC80D658760}"/>
              </a:ext>
            </a:extLst>
          </p:cNvPr>
          <p:cNvCxnSpPr>
            <a:cxnSpLocks/>
          </p:cNvCxnSpPr>
          <p:nvPr/>
        </p:nvCxnSpPr>
        <p:spPr>
          <a:xfrm rot="600000" flipV="1">
            <a:off x="9018264" y="736298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97FA1804-1C88-25F3-8AD4-17E5C05F0DA6}"/>
              </a:ext>
            </a:extLst>
          </p:cNvPr>
          <p:cNvCxnSpPr>
            <a:cxnSpLocks/>
          </p:cNvCxnSpPr>
          <p:nvPr/>
        </p:nvCxnSpPr>
        <p:spPr>
          <a:xfrm flipH="1" flipV="1">
            <a:off x="8581225" y="1115734"/>
            <a:ext cx="396455" cy="83671"/>
          </a:xfrm>
          <a:prstGeom prst="straightConnector1">
            <a:avLst/>
          </a:prstGeom>
          <a:ln>
            <a:solidFill>
              <a:schemeClr val="accent2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BB51AD95-F2D7-88D5-3B23-24996FB757BC}"/>
              </a:ext>
            </a:extLst>
          </p:cNvPr>
          <p:cNvCxnSpPr>
            <a:cxnSpLocks/>
          </p:cNvCxnSpPr>
          <p:nvPr/>
        </p:nvCxnSpPr>
        <p:spPr>
          <a:xfrm rot="600000" flipV="1">
            <a:off x="8996164" y="988110"/>
            <a:ext cx="233325" cy="233325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672AF210-FF0C-8584-AF51-0A26FD742B25}"/>
                  </a:ext>
                </a:extLst>
              </p:cNvPr>
              <p:cNvSpPr txBox="1"/>
              <p:nvPr/>
            </p:nvSpPr>
            <p:spPr>
              <a:xfrm>
                <a:off x="9333168" y="890843"/>
                <a:ext cx="383497" cy="2578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𝑡𝑐𝑝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672AF210-FF0C-8584-AF51-0A26FD742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3168" y="890843"/>
                <a:ext cx="383497" cy="257881"/>
              </a:xfrm>
              <a:prstGeom prst="rect">
                <a:avLst/>
              </a:prstGeom>
              <a:blipFill>
                <a:blip r:embed="rId41"/>
                <a:stretch>
                  <a:fillRect l="-25397" r="-7937" b="-4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D9801505-F0F7-EBEC-FB5F-DFC2D4B07013}"/>
                  </a:ext>
                </a:extLst>
              </p:cNvPr>
              <p:cNvSpPr txBox="1"/>
              <p:nvPr/>
            </p:nvSpPr>
            <p:spPr>
              <a:xfrm>
                <a:off x="8199289" y="851155"/>
                <a:ext cx="384937" cy="2578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𝑡𝑐𝑝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D9801505-F0F7-EBEC-FB5F-DFC2D4B07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9289" y="851155"/>
                <a:ext cx="384937" cy="257881"/>
              </a:xfrm>
              <a:prstGeom prst="rect">
                <a:avLst/>
              </a:prstGeom>
              <a:blipFill>
                <a:blip r:embed="rId42"/>
                <a:stretch>
                  <a:fillRect l="-31746" r="-7937" b="-4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Ellipse 19">
            <a:extLst>
              <a:ext uri="{FF2B5EF4-FFF2-40B4-BE49-F238E27FC236}">
                <a16:creationId xmlns:a16="http://schemas.microsoft.com/office/drawing/2014/main" id="{B3553EF0-5568-324B-A2C2-F82633D451CC}"/>
              </a:ext>
            </a:extLst>
          </p:cNvPr>
          <p:cNvSpPr/>
          <p:nvPr/>
        </p:nvSpPr>
        <p:spPr>
          <a:xfrm>
            <a:off x="8950909" y="1164131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479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9F5D92-CFEB-01F2-DAAB-5EE1DEA22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6A49041-FD2E-A4CE-0E1E-FD9C9F2573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 err="1"/>
              <a:t>Introduction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0CDF364-AFDB-0A00-25FF-1944AD366F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 err="1"/>
              <a:t>Simplifications</a:t>
            </a:r>
            <a:r>
              <a:rPr lang="de-DE" dirty="0"/>
              <a:t> and </a:t>
            </a:r>
            <a:r>
              <a:rPr lang="de-DE" dirty="0" err="1"/>
              <a:t>Assumptions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72DA816-C464-8C81-162B-4ADFE7CCB5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 err="1"/>
              <a:t>Calculation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inverse </a:t>
            </a:r>
            <a:r>
              <a:rPr lang="de-DE" dirty="0" err="1"/>
              <a:t>kinematics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32751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Bogen 42">
            <a:extLst>
              <a:ext uri="{FF2B5EF4-FFF2-40B4-BE49-F238E27FC236}">
                <a16:creationId xmlns:a16="http://schemas.microsoft.com/office/drawing/2014/main" id="{DB379CAA-104C-E69A-EE41-EDB46966F64D}"/>
              </a:ext>
            </a:extLst>
          </p:cNvPr>
          <p:cNvSpPr/>
          <p:nvPr/>
        </p:nvSpPr>
        <p:spPr bwMode="auto">
          <a:xfrm>
            <a:off x="10511361" y="4539037"/>
            <a:ext cx="756000" cy="756000"/>
          </a:xfrm>
          <a:prstGeom prst="arc">
            <a:avLst>
              <a:gd name="adj1" fmla="val 18436463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844032B-EF64-955D-B0D2-647BBB8FB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Desired</a:t>
            </a:r>
            <a:r>
              <a:rPr lang="de-DE" dirty="0"/>
              <a:t> </a:t>
            </a:r>
            <a:r>
              <a:rPr lang="de-DE" dirty="0" err="1"/>
              <a:t>pose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5A378F76-BA84-B540-25BF-39D507B066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8366" y="706338"/>
                <a:ext cx="11235267" cy="5618200"/>
              </a:xfrm>
            </p:spPr>
            <p:txBody>
              <a:bodyPr/>
              <a:lstStyle/>
              <a:p>
                <a:pPr/>
                <a:r>
                  <a:rPr lang="de-DE" dirty="0"/>
                  <a:t>Under </a:t>
                </a:r>
                <a:r>
                  <a:rPr lang="de-DE" dirty="0" err="1"/>
                  <a:t>consideration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simplifications</a:t>
                </a:r>
                <a:r>
                  <a:rPr lang="de-DE" dirty="0"/>
                  <a:t> and </a:t>
                </a:r>
                <a:r>
                  <a:rPr lang="de-DE" dirty="0" err="1"/>
                  <a:t>assumptions</a:t>
                </a:r>
                <a:r>
                  <a:rPr lang="de-DE" dirty="0"/>
                  <a:t> </a:t>
                </a:r>
                <a:r>
                  <a:rPr lang="de-DE" dirty="0" err="1"/>
                  <a:t>there</a:t>
                </a:r>
                <a:r>
                  <a:rPr lang="de-DE" dirty="0"/>
                  <a:t> </a:t>
                </a:r>
                <a:r>
                  <a:rPr lang="de-DE" dirty="0" err="1"/>
                  <a:t>are</a:t>
                </a:r>
                <a:r>
                  <a:rPr lang="de-DE" dirty="0"/>
                  <a:t> </a:t>
                </a:r>
                <a:r>
                  <a:rPr lang="de-DE" dirty="0" err="1"/>
                  <a:t>constraints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achievable</a:t>
                </a:r>
                <a:r>
                  <a:rPr lang="de-DE" dirty="0"/>
                  <a:t> </a:t>
                </a:r>
                <a:r>
                  <a:rPr lang="de-DE" dirty="0" err="1"/>
                  <a:t>poses</a:t>
                </a:r>
                <a:br>
                  <a:rPr lang="de-DE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𝑑𝑒𝑠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𝑒𝑠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𝑑𝑒𝑠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de-D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𝑑𝑒𝑠</m:t>
                        </m:r>
                      </m:sub>
                    </m:sSub>
                    <m:r>
                      <a:rPr lang="de-DE" b="0" i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des</m:t>
                        </m:r>
                      </m:sub>
                    </m:sSub>
                    <m:r>
                      <a:rPr lang="de-DE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des</m:t>
                        </m:r>
                      </m:sub>
                    </m:sSub>
                    <m:r>
                      <a:rPr lang="de-DE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des</m:t>
                        </m:r>
                      </m:sub>
                    </m:sSub>
                    <m:r>
                      <a:rPr lang="de-DE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represents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desired</a:t>
                </a:r>
                <a:r>
                  <a:rPr lang="de-DE" dirty="0"/>
                  <a:t> </a:t>
                </a:r>
                <a:r>
                  <a:rPr lang="de-DE" dirty="0" err="1"/>
                  <a:t>position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end-</a:t>
                </a:r>
                <a:r>
                  <a:rPr lang="de-DE" dirty="0" err="1"/>
                  <a:t>effector</a:t>
                </a:r>
                <a:endParaRPr lang="de-DE" dirty="0"/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𝑒𝑠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defined</a:t>
                </a:r>
                <a:r>
                  <a:rPr lang="de-DE" dirty="0"/>
                  <a:t> </a:t>
                </a:r>
                <a:r>
                  <a:rPr lang="de-DE" dirty="0" err="1"/>
                  <a:t>using</a:t>
                </a:r>
                <a:r>
                  <a:rPr lang="de-DE" dirty="0"/>
                  <a:t> </a:t>
                </a:r>
                <a:r>
                  <a:rPr lang="de-DE" dirty="0" err="1"/>
                  <a:t>two</a:t>
                </a:r>
                <a:r>
                  <a:rPr lang="de-DE" dirty="0"/>
                  <a:t> </a:t>
                </a:r>
                <a:r>
                  <a:rPr lang="de-DE" dirty="0" err="1"/>
                  <a:t>angles</a:t>
                </a:r>
                <a:br>
                  <a:rPr lang="de-DE" dirty="0"/>
                </a:b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de-DE" dirty="0"/>
                  <a:t>: angle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𝑡𝑐𝑝</m:t>
                        </m:r>
                      </m:sub>
                    </m:sSub>
                  </m:oMath>
                </a14:m>
                <a:r>
                  <a:rPr lang="de-DE" dirty="0"/>
                  <a:t> relative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dirty="0"/>
                  <a:t> plane</a:t>
                </a:r>
                <a:br>
                  <a:rPr lang="de-DE" dirty="0"/>
                </a:b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de-DE" dirty="0"/>
                  <a:t>: angle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𝑡𝑐𝑝</m:t>
                        </m:r>
                      </m:sub>
                    </m:sSub>
                  </m:oMath>
                </a14:m>
                <a:r>
                  <a:rPr lang="de-DE" dirty="0"/>
                  <a:t> relative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𝑑𝑒𝑠</m:t>
                        </m:r>
                      </m:sub>
                    </m:sSub>
                  </m:oMath>
                </a14:m>
                <a:r>
                  <a:rPr lang="de-DE" dirty="0"/>
                  <a:t> plane</a:t>
                </a:r>
                <a:br>
                  <a:rPr lang="de-DE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de-D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de-DE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𝑒𝑠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de-DE" b="0" i="1" smtClean="0"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de-DE" i="1"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r>
                          <m:rPr>
                            <m:nor/>
                          </m:rPr>
                          <a:rPr lang="de-DE" dirty="0"/>
                          <m:t> 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  <m:r>
                          <m:rPr>
                            <m:nor/>
                          </m:rPr>
                          <a:rPr lang="de-DE" dirty="0"/>
                          <m:t> </m:t>
                        </m:r>
                      </m:sub>
                    </m:sSub>
                  </m:oMath>
                </a14:m>
                <a:endParaRPr lang="de-DE" dirty="0"/>
              </a:p>
              <a:p>
                <a:r>
                  <a:rPr lang="de-DE" dirty="0"/>
                  <a:t>Additional </a:t>
                </a:r>
                <a:r>
                  <a:rPr lang="de-DE" dirty="0" err="1"/>
                  <a:t>constraints</a:t>
                </a:r>
                <a:r>
                  <a:rPr lang="de-DE" dirty="0"/>
                  <a:t> (limited </a:t>
                </a:r>
                <a:r>
                  <a:rPr lang="de-DE" dirty="0" err="1"/>
                  <a:t>workspace</a:t>
                </a:r>
                <a:r>
                  <a:rPr lang="de-DE" dirty="0"/>
                  <a:t>,…) will </a:t>
                </a:r>
                <a:r>
                  <a:rPr lang="de-DE" dirty="0" err="1"/>
                  <a:t>be</a:t>
                </a:r>
                <a:r>
                  <a:rPr lang="de-DE" dirty="0"/>
                  <a:t> </a:t>
                </a:r>
                <a:r>
                  <a:rPr lang="de-DE" dirty="0" err="1"/>
                  <a:t>considered</a:t>
                </a:r>
                <a:r>
                  <a:rPr lang="de-DE" dirty="0"/>
                  <a:t> </a:t>
                </a:r>
                <a:r>
                  <a:rPr lang="de-DE" dirty="0" err="1"/>
                  <a:t>separately</a:t>
                </a:r>
                <a:endParaRPr lang="de-DE" dirty="0"/>
              </a:p>
              <a:p>
                <a:endParaRPr lang="de-DE" dirty="0"/>
              </a:p>
              <a:p>
                <a:endParaRPr lang="de-DE" dirty="0"/>
              </a:p>
              <a:p>
                <a:pPr lvl="1"/>
                <a:endParaRPr lang="de-DE" dirty="0"/>
              </a:p>
            </p:txBody>
          </p:sp>
        </mc:Choice>
        <mc:Fallback>
          <p:sp>
            <p:nvSpPr>
              <p:cNvPr id="7" name="Inhaltsplatzhalter 6">
                <a:extLst>
                  <a:ext uri="{FF2B5EF4-FFF2-40B4-BE49-F238E27FC236}">
                    <a16:creationId xmlns:a16="http://schemas.microsoft.com/office/drawing/2014/main" id="{5A378F76-BA84-B540-25BF-39D507B066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8366" y="706338"/>
                <a:ext cx="11235267" cy="5618200"/>
              </a:xfrm>
              <a:blipFill>
                <a:blip r:embed="rId2"/>
                <a:stretch>
                  <a:fillRect l="-1410" r="-6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552EBFF8-982F-2F93-A537-13A385C7B37E}"/>
              </a:ext>
            </a:extLst>
          </p:cNvPr>
          <p:cNvCxnSpPr/>
          <p:nvPr/>
        </p:nvCxnSpPr>
        <p:spPr>
          <a:xfrm>
            <a:off x="8721371" y="5867364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6026752F-584A-58E9-7855-5CB1621360FF}"/>
              </a:ext>
            </a:extLst>
          </p:cNvPr>
          <p:cNvCxnSpPr>
            <a:cxnSpLocks/>
          </p:cNvCxnSpPr>
          <p:nvPr/>
        </p:nvCxnSpPr>
        <p:spPr>
          <a:xfrm flipV="1">
            <a:off x="8721371" y="5400714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53645EE-C4C3-9B60-7CBF-35247F1F881B}"/>
                  </a:ext>
                </a:extLst>
              </p:cNvPr>
              <p:cNvSpPr txBox="1"/>
              <p:nvPr/>
            </p:nvSpPr>
            <p:spPr>
              <a:xfrm>
                <a:off x="8602542" y="5912289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53645EE-C4C3-9B60-7CBF-35247F1F8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2542" y="5912289"/>
                <a:ext cx="237656" cy="239373"/>
              </a:xfrm>
              <a:prstGeom prst="rect">
                <a:avLst/>
              </a:prstGeom>
              <a:blipFill>
                <a:blip r:embed="rId3"/>
                <a:stretch>
                  <a:fillRect l="-35897" r="-7692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6BF383D3-83F4-38CE-06DD-FA080C88A568}"/>
                  </a:ext>
                </a:extLst>
              </p:cNvPr>
              <p:cNvSpPr txBox="1"/>
              <p:nvPr/>
            </p:nvSpPr>
            <p:spPr>
              <a:xfrm>
                <a:off x="9205698" y="5716567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6BF383D3-83F4-38CE-06DD-FA080C88A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5698" y="5716567"/>
                <a:ext cx="237656" cy="239373"/>
              </a:xfrm>
              <a:prstGeom prst="rect">
                <a:avLst/>
              </a:prstGeom>
              <a:blipFill>
                <a:blip r:embed="rId4"/>
                <a:stretch>
                  <a:fillRect l="-46154" r="-7692" b="-487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Ellipse 13">
            <a:extLst>
              <a:ext uri="{FF2B5EF4-FFF2-40B4-BE49-F238E27FC236}">
                <a16:creationId xmlns:a16="http://schemas.microsoft.com/office/drawing/2014/main" id="{91F2A45E-61F0-6806-DA09-B358B9CFDF81}"/>
              </a:ext>
            </a:extLst>
          </p:cNvPr>
          <p:cNvSpPr/>
          <p:nvPr/>
        </p:nvSpPr>
        <p:spPr>
          <a:xfrm>
            <a:off x="8690260" y="5836254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383ECBF3-7DE6-384F-F904-572DB991F4D3}"/>
                  </a:ext>
                </a:extLst>
              </p:cNvPr>
              <p:cNvSpPr txBox="1"/>
              <p:nvPr/>
            </p:nvSpPr>
            <p:spPr>
              <a:xfrm>
                <a:off x="11518860" y="4134872"/>
                <a:ext cx="370863" cy="2578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𝑡𝑐𝑝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383ECBF3-7DE6-384F-F904-572DB991F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8860" y="4134872"/>
                <a:ext cx="370863" cy="257881"/>
              </a:xfrm>
              <a:prstGeom prst="rect">
                <a:avLst/>
              </a:prstGeom>
              <a:blipFill>
                <a:blip r:embed="rId5"/>
                <a:stretch>
                  <a:fillRect l="-26667" r="-10000" b="-4186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2E1BF6FE-FD92-0433-FCA5-2E73826DD727}"/>
              </a:ext>
            </a:extLst>
          </p:cNvPr>
          <p:cNvCxnSpPr>
            <a:cxnSpLocks/>
          </p:cNvCxnSpPr>
          <p:nvPr/>
        </p:nvCxnSpPr>
        <p:spPr>
          <a:xfrm flipV="1">
            <a:off x="10873139" y="4319666"/>
            <a:ext cx="535666" cy="592612"/>
          </a:xfrm>
          <a:prstGeom prst="straightConnector1">
            <a:avLst/>
          </a:prstGeom>
          <a:ln>
            <a:solidFill>
              <a:srgbClr val="00B0F0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358C9A84-4BC1-CEEF-DDB3-D264325E6C00}"/>
              </a:ext>
            </a:extLst>
          </p:cNvPr>
          <p:cNvCxnSpPr>
            <a:cxnSpLocks/>
          </p:cNvCxnSpPr>
          <p:nvPr/>
        </p:nvCxnSpPr>
        <p:spPr>
          <a:xfrm flipH="1" flipV="1">
            <a:off x="10344472" y="4392753"/>
            <a:ext cx="527853" cy="518385"/>
          </a:xfrm>
          <a:prstGeom prst="straightConnector1">
            <a:avLst/>
          </a:prstGeom>
          <a:ln>
            <a:solidFill>
              <a:schemeClr val="accent2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1DA980A0-A070-9A67-7FFB-C7A56158565D}"/>
                  </a:ext>
                </a:extLst>
              </p:cNvPr>
              <p:cNvSpPr txBox="1"/>
              <p:nvPr/>
            </p:nvSpPr>
            <p:spPr>
              <a:xfrm>
                <a:off x="10981857" y="4899992"/>
                <a:ext cx="383497" cy="2578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𝑡𝑐𝑝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1DA980A0-A070-9A67-7FFB-C7A561585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1857" y="4899992"/>
                <a:ext cx="383497" cy="257881"/>
              </a:xfrm>
              <a:prstGeom prst="rect">
                <a:avLst/>
              </a:prstGeom>
              <a:blipFill>
                <a:blip r:embed="rId6"/>
                <a:stretch>
                  <a:fillRect l="-25397" r="-11111" b="-4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06A6BACE-ED21-4E9E-D0E3-5D50554A3F65}"/>
                  </a:ext>
                </a:extLst>
              </p:cNvPr>
              <p:cNvSpPr txBox="1"/>
              <p:nvPr/>
            </p:nvSpPr>
            <p:spPr>
              <a:xfrm>
                <a:off x="10344472" y="4086282"/>
                <a:ext cx="384937" cy="2578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𝑡𝑐𝑝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06A6BACE-ED21-4E9E-D0E3-5D50554A3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4472" y="4086282"/>
                <a:ext cx="384937" cy="257881"/>
              </a:xfrm>
              <a:prstGeom prst="rect">
                <a:avLst/>
              </a:prstGeom>
              <a:blipFill>
                <a:blip r:embed="rId7"/>
                <a:stretch>
                  <a:fillRect l="-31746" r="-9524" b="-4186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Ellipse 22">
            <a:extLst>
              <a:ext uri="{FF2B5EF4-FFF2-40B4-BE49-F238E27FC236}">
                <a16:creationId xmlns:a16="http://schemas.microsoft.com/office/drawing/2014/main" id="{41A45954-3A9B-6404-1CD1-9BD49D679D57}"/>
              </a:ext>
            </a:extLst>
          </p:cNvPr>
          <p:cNvSpPr/>
          <p:nvPr/>
        </p:nvSpPr>
        <p:spPr>
          <a:xfrm>
            <a:off x="10853807" y="4891687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43C5FC6E-835A-F1B4-8501-FCFD4E4921F0}"/>
              </a:ext>
            </a:extLst>
          </p:cNvPr>
          <p:cNvSpPr/>
          <p:nvPr/>
        </p:nvSpPr>
        <p:spPr bwMode="auto">
          <a:xfrm>
            <a:off x="10787562" y="4817156"/>
            <a:ext cx="204982" cy="205005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6ED6D6A8-FEB1-6CA6-DDFA-D43B10CB4DF8}"/>
              </a:ext>
            </a:extLst>
          </p:cNvPr>
          <p:cNvSpPr/>
          <p:nvPr/>
        </p:nvSpPr>
        <p:spPr>
          <a:xfrm>
            <a:off x="8697171" y="5833690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731B989D-0351-B521-3A3C-D141261C1A67}"/>
              </a:ext>
            </a:extLst>
          </p:cNvPr>
          <p:cNvSpPr/>
          <p:nvPr/>
        </p:nvSpPr>
        <p:spPr bwMode="auto">
          <a:xfrm>
            <a:off x="8630926" y="5759159"/>
            <a:ext cx="204982" cy="205005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F593F1D3-60BA-ADC0-C2EB-97184CDEA9F1}"/>
              </a:ext>
            </a:extLst>
          </p:cNvPr>
          <p:cNvSpPr/>
          <p:nvPr/>
        </p:nvSpPr>
        <p:spPr bwMode="auto">
          <a:xfrm>
            <a:off x="8707446" y="5845790"/>
            <a:ext cx="36000" cy="36000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387DC293-AE82-34FD-0D2F-125A2E60CA04}"/>
                  </a:ext>
                </a:extLst>
              </p:cNvPr>
              <p:cNvSpPr txBox="1"/>
              <p:nvPr/>
            </p:nvSpPr>
            <p:spPr>
              <a:xfrm>
                <a:off x="8521599" y="5158777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387DC293-AE82-34FD-0D2F-125A2E60C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1599" y="5158777"/>
                <a:ext cx="225022" cy="239373"/>
              </a:xfrm>
              <a:prstGeom prst="rect">
                <a:avLst/>
              </a:prstGeom>
              <a:blipFill>
                <a:blip r:embed="rId8"/>
                <a:stretch>
                  <a:fillRect l="-37838" r="-2703" b="-3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2BA51A64-D210-82D8-22DE-C608EA69CE96}"/>
              </a:ext>
            </a:extLst>
          </p:cNvPr>
          <p:cNvCxnSpPr>
            <a:cxnSpLocks/>
            <a:stCxn id="36" idx="7"/>
            <a:endCxn id="23" idx="3"/>
          </p:cNvCxnSpPr>
          <p:nvPr/>
        </p:nvCxnSpPr>
        <p:spPr bwMode="auto">
          <a:xfrm flipV="1">
            <a:off x="8738174" y="4944795"/>
            <a:ext cx="2124745" cy="9062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445B9E4A-7E82-EACD-779D-A09C81AD6F56}"/>
                  </a:ext>
                </a:extLst>
              </p:cNvPr>
              <p:cNvSpPr txBox="1"/>
              <p:nvPr/>
            </p:nvSpPr>
            <p:spPr>
              <a:xfrm>
                <a:off x="9671570" y="4911138"/>
                <a:ext cx="48766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𝑑𝑒𝑠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445B9E4A-7E82-EACD-779D-A09C81AD6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1570" y="4911138"/>
                <a:ext cx="487669" cy="369332"/>
              </a:xfrm>
              <a:prstGeom prst="rect">
                <a:avLst/>
              </a:prstGeom>
              <a:blipFill>
                <a:blip r:embed="rId9"/>
                <a:stretch>
                  <a:fillRect l="-17500" b="-1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A01F632B-87C3-198E-5F9A-CAD5EA916D8C}"/>
              </a:ext>
            </a:extLst>
          </p:cNvPr>
          <p:cNvCxnSpPr>
            <a:stCxn id="32" idx="6"/>
          </p:cNvCxnSpPr>
          <p:nvPr/>
        </p:nvCxnSpPr>
        <p:spPr bwMode="auto">
          <a:xfrm flipV="1">
            <a:off x="10992544" y="4918438"/>
            <a:ext cx="482870" cy="1221"/>
          </a:xfrm>
          <a:prstGeom prst="line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D8AB891D-9785-D9E8-1FB8-698E1E82EA24}"/>
                  </a:ext>
                </a:extLst>
              </p:cNvPr>
              <p:cNvSpPr txBox="1"/>
              <p:nvPr/>
            </p:nvSpPr>
            <p:spPr>
              <a:xfrm>
                <a:off x="11289438" y="4608967"/>
                <a:ext cx="2294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D8AB891D-9785-D9E8-1FB8-698E1E82E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9438" y="4608967"/>
                <a:ext cx="229422" cy="276999"/>
              </a:xfrm>
              <a:prstGeom prst="rect">
                <a:avLst/>
              </a:prstGeom>
              <a:blipFill>
                <a:blip r:embed="rId10"/>
                <a:stretch>
                  <a:fillRect l="-47368" r="-18421" b="-3478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Bogen 46">
            <a:extLst>
              <a:ext uri="{FF2B5EF4-FFF2-40B4-BE49-F238E27FC236}">
                <a16:creationId xmlns:a16="http://schemas.microsoft.com/office/drawing/2014/main" id="{EA4C6650-2E26-14AC-8C9D-FE0A6116DD1A}"/>
              </a:ext>
            </a:extLst>
          </p:cNvPr>
          <p:cNvSpPr/>
          <p:nvPr/>
        </p:nvSpPr>
        <p:spPr>
          <a:xfrm rot="2701103">
            <a:off x="11122850" y="4383666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feld 48">
                <a:extLst>
                  <a:ext uri="{FF2B5EF4-FFF2-40B4-BE49-F238E27FC236}">
                    <a16:creationId xmlns:a16="http://schemas.microsoft.com/office/drawing/2014/main" id="{C80D43BE-47F7-F7DB-0D88-E6AB2709842B}"/>
                  </a:ext>
                </a:extLst>
              </p:cNvPr>
              <p:cNvSpPr txBox="1"/>
              <p:nvPr/>
            </p:nvSpPr>
            <p:spPr>
              <a:xfrm>
                <a:off x="11034675" y="4067164"/>
                <a:ext cx="2261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9" name="Textfeld 48">
                <a:extLst>
                  <a:ext uri="{FF2B5EF4-FFF2-40B4-BE49-F238E27FC236}">
                    <a16:creationId xmlns:a16="http://schemas.microsoft.com/office/drawing/2014/main" id="{C80D43BE-47F7-F7DB-0D88-E6AB27098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4675" y="4067164"/>
                <a:ext cx="226151" cy="276999"/>
              </a:xfrm>
              <a:prstGeom prst="rect">
                <a:avLst/>
              </a:prstGeom>
              <a:blipFill>
                <a:blip r:embed="rId11"/>
                <a:stretch>
                  <a:fillRect l="-45946" r="-18919" b="-3478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CA4475D5-33B6-D42F-A0C6-2C2492D6A5A1}"/>
              </a:ext>
            </a:extLst>
          </p:cNvPr>
          <p:cNvCxnSpPr>
            <a:stCxn id="32" idx="3"/>
            <a:endCxn id="32" idx="7"/>
          </p:cNvCxnSpPr>
          <p:nvPr/>
        </p:nvCxnSpPr>
        <p:spPr bwMode="auto">
          <a:xfrm flipV="1">
            <a:off x="10817581" y="4847178"/>
            <a:ext cx="144944" cy="14496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23A71F75-E9B1-F6F1-1A60-17656EC0DF44}"/>
              </a:ext>
            </a:extLst>
          </p:cNvPr>
          <p:cNvCxnSpPr>
            <a:stCxn id="32" idx="1"/>
            <a:endCxn id="32" idx="5"/>
          </p:cNvCxnSpPr>
          <p:nvPr/>
        </p:nvCxnSpPr>
        <p:spPr bwMode="auto">
          <a:xfrm>
            <a:off x="10817581" y="4847178"/>
            <a:ext cx="144944" cy="14496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059929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5429C68D-4B07-6CB5-9133-D4E03978F638}"/>
              </a:ext>
            </a:extLst>
          </p:cNvPr>
          <p:cNvCxnSpPr>
            <a:cxnSpLocks/>
            <a:stCxn id="10" idx="3"/>
            <a:endCxn id="10" idx="1"/>
          </p:cNvCxnSpPr>
          <p:nvPr/>
        </p:nvCxnSpPr>
        <p:spPr bwMode="auto">
          <a:xfrm flipH="1" flipV="1">
            <a:off x="8194740" y="2481395"/>
            <a:ext cx="1685834" cy="139920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D92EFFFB-71F0-0725-98BD-19F30574013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de-DE" dirty="0"/>
                  <a:t>Inverse </a:t>
                </a:r>
                <a:r>
                  <a:rPr lang="de-DE" dirty="0" err="1"/>
                  <a:t>position</a:t>
                </a:r>
                <a:r>
                  <a:rPr lang="de-DE" dirty="0"/>
                  <a:t>: Determination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D92EFFFB-71F0-0725-98BD-19F3057401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970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Inhaltsplatzhalter 13">
                <a:extLst>
                  <a:ext uri="{FF2B5EF4-FFF2-40B4-BE49-F238E27FC236}">
                    <a16:creationId xmlns:a16="http://schemas.microsoft.com/office/drawing/2014/main" id="{D10EF0E1-15D3-42C4-69B4-ECBFCCFFB61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/>
                <a:r>
                  <a:rPr lang="de-DE" dirty="0"/>
                  <a:t>Distance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dirty="0"/>
                  <a:t> plane:</a:t>
                </a:r>
                <a:br>
                  <a:rPr lang="de-DE" dirty="0"/>
                </a:b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bSup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bSup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de-DE" dirty="0"/>
              </a:p>
              <a:p>
                <a:pPr/>
                <a:r>
                  <a:rPr lang="de-DE" dirty="0"/>
                  <a:t>Joint angle 1 </a:t>
                </a:r>
                <a:r>
                  <a:rPr lang="de-DE" dirty="0" err="1"/>
                  <a:t>can</a:t>
                </a:r>
                <a:r>
                  <a:rPr lang="de-DE" dirty="0"/>
                  <a:t> </a:t>
                </a:r>
                <a:r>
                  <a:rPr lang="de-DE" dirty="0" err="1"/>
                  <a:t>be</a:t>
                </a:r>
                <a:r>
                  <a:rPr lang="de-DE" dirty="0"/>
                  <a:t> </a:t>
                </a:r>
                <a:r>
                  <a:rPr lang="de-DE" dirty="0" err="1"/>
                  <a:t>determined</a:t>
                </a:r>
                <a:r>
                  <a:rPr lang="de-DE" dirty="0"/>
                  <a:t> </a:t>
                </a:r>
                <a:r>
                  <a:rPr lang="de-DE" dirty="0" err="1"/>
                  <a:t>using</a:t>
                </a:r>
                <a:r>
                  <a:rPr lang="de-DE" dirty="0"/>
                  <a:t> </a:t>
                </a:r>
                <a:r>
                  <a:rPr lang="de-DE" dirty="0" err="1"/>
                  <a:t>triginometry</a:t>
                </a:r>
                <a:r>
                  <a:rPr lang="de-DE" dirty="0"/>
                  <a:t>:</a:t>
                </a:r>
                <a:br>
                  <a:rPr lang="de-DE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𝑎𝑡𝑎𝑛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2(</m:t>
                    </m:r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de-DE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/>
                <a:r>
                  <a:rPr lang="de-DE" dirty="0"/>
                  <a:t>A </a:t>
                </a:r>
                <a:r>
                  <a:rPr lang="de-DE" dirty="0" err="1"/>
                  <a:t>second</a:t>
                </a:r>
                <a:r>
                  <a:rPr lang="de-DE" dirty="0"/>
                  <a:t> valid </a:t>
                </a:r>
                <a:r>
                  <a:rPr lang="de-DE" dirty="0" err="1"/>
                  <a:t>solution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br>
                  <a:rPr lang="de-DE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𝑎𝑡𝑎𝑛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2(</m:t>
                    </m:r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de-DE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r>
                  <a:rPr lang="de-DE" dirty="0"/>
                  <a:t>In </a:t>
                </a:r>
                <a:r>
                  <a:rPr lang="de-DE" dirty="0" err="1"/>
                  <a:t>case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de-DE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there</a:t>
                </a:r>
                <a:r>
                  <a:rPr lang="de-DE" dirty="0"/>
                  <a:t> </a:t>
                </a:r>
                <a:r>
                  <a:rPr lang="de-DE" dirty="0" err="1"/>
                  <a:t>are</a:t>
                </a:r>
                <a:r>
                  <a:rPr lang="de-DE" dirty="0"/>
                  <a:t> </a:t>
                </a:r>
                <a:r>
                  <a:rPr lang="de-DE" dirty="0" err="1"/>
                  <a:t>infinitely</a:t>
                </a:r>
                <a:r>
                  <a:rPr lang="de-DE" dirty="0"/>
                  <a:t> </a:t>
                </a:r>
                <a:r>
                  <a:rPr lang="de-DE" dirty="0" err="1"/>
                  <a:t>many</a:t>
                </a:r>
                <a:r>
                  <a:rPr lang="de-DE" dirty="0"/>
                  <a:t> </a:t>
                </a:r>
                <a:r>
                  <a:rPr lang="de-DE" dirty="0" err="1"/>
                  <a:t>solutions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14" name="Inhaltsplatzhalter 13">
                <a:extLst>
                  <a:ext uri="{FF2B5EF4-FFF2-40B4-BE49-F238E27FC236}">
                    <a16:creationId xmlns:a16="http://schemas.microsoft.com/office/drawing/2014/main" id="{D10EF0E1-15D3-42C4-69B4-ECBFCCFFB6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87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Inhaltsplatzhalter 14">
                <a:extLst>
                  <a:ext uri="{FF2B5EF4-FFF2-40B4-BE49-F238E27FC236}">
                    <a16:creationId xmlns:a16="http://schemas.microsoft.com/office/drawing/2014/main" id="{2A279DDE-7EDC-FB3D-7562-2321E01FCAF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7104113" y="692150"/>
                <a:ext cx="4609524" cy="62864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Projection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dirty="0"/>
                  <a:t>onto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dirty="0"/>
                  <a:t>plane:</a:t>
                </a:r>
              </a:p>
            </p:txBody>
          </p:sp>
        </mc:Choice>
        <mc:Fallback xmlns="">
          <p:sp>
            <p:nvSpPr>
              <p:cNvPr id="15" name="Inhaltsplatzhalter 14">
                <a:extLst>
                  <a:ext uri="{FF2B5EF4-FFF2-40B4-BE49-F238E27FC236}">
                    <a16:creationId xmlns:a16="http://schemas.microsoft.com/office/drawing/2014/main" id="{2A279DDE-7EDC-FB3D-7562-2321E01FCA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7104113" y="692150"/>
                <a:ext cx="4609524" cy="628643"/>
              </a:xfrm>
              <a:blipFill>
                <a:blip r:embed="rId4"/>
                <a:stretch>
                  <a:fillRect l="-3699" b="-970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19A87390-8A39-1A27-DEDC-7FEF5A146CF2}"/>
              </a:ext>
            </a:extLst>
          </p:cNvPr>
          <p:cNvCxnSpPr>
            <a:cxnSpLocks/>
          </p:cNvCxnSpPr>
          <p:nvPr/>
        </p:nvCxnSpPr>
        <p:spPr>
          <a:xfrm flipV="1">
            <a:off x="8265419" y="2547020"/>
            <a:ext cx="12276" cy="870075"/>
          </a:xfrm>
          <a:prstGeom prst="straightConnector1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012DF5D3-9F61-E0D7-BD61-405DB447B7B6}"/>
              </a:ext>
            </a:extLst>
          </p:cNvPr>
          <p:cNvCxnSpPr>
            <a:cxnSpLocks/>
          </p:cNvCxnSpPr>
          <p:nvPr/>
        </p:nvCxnSpPr>
        <p:spPr>
          <a:xfrm>
            <a:off x="8282086" y="2549401"/>
            <a:ext cx="97750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B55E6CC8-7C4A-EEEE-0F31-D228D0DCD274}"/>
                  </a:ext>
                </a:extLst>
              </p:cNvPr>
              <p:cNvSpPr txBox="1"/>
              <p:nvPr/>
            </p:nvSpPr>
            <p:spPr>
              <a:xfrm>
                <a:off x="8320158" y="3302443"/>
                <a:ext cx="2926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B55E6CC8-7C4A-EEEE-0F31-D228D0DCD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0158" y="3302443"/>
                <a:ext cx="292644" cy="276999"/>
              </a:xfrm>
              <a:prstGeom prst="rect">
                <a:avLst/>
              </a:prstGeom>
              <a:blipFill>
                <a:blip r:embed="rId5"/>
                <a:stretch>
                  <a:fillRect l="-20833" b="-1777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5091BA1B-9AB9-4F35-007A-BE19B21906AF}"/>
                  </a:ext>
                </a:extLst>
              </p:cNvPr>
              <p:cNvSpPr txBox="1"/>
              <p:nvPr/>
            </p:nvSpPr>
            <p:spPr>
              <a:xfrm>
                <a:off x="9265741" y="2255451"/>
                <a:ext cx="2943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5091BA1B-9AB9-4F35-007A-BE19B2190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5741" y="2255451"/>
                <a:ext cx="294311" cy="276999"/>
              </a:xfrm>
              <a:prstGeom prst="rect">
                <a:avLst/>
              </a:prstGeom>
              <a:blipFill>
                <a:blip r:embed="rId6"/>
                <a:stretch>
                  <a:fillRect l="-29167" b="-288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Bogen 7">
            <a:extLst>
              <a:ext uri="{FF2B5EF4-FFF2-40B4-BE49-F238E27FC236}">
                <a16:creationId xmlns:a16="http://schemas.microsoft.com/office/drawing/2014/main" id="{FAD6CB52-FCDA-5BDF-D181-94386E34B2DB}"/>
              </a:ext>
            </a:extLst>
          </p:cNvPr>
          <p:cNvSpPr/>
          <p:nvPr/>
        </p:nvSpPr>
        <p:spPr>
          <a:xfrm>
            <a:off x="7957160" y="2264857"/>
            <a:ext cx="720000" cy="720000"/>
          </a:xfrm>
          <a:prstGeom prst="arc">
            <a:avLst>
              <a:gd name="adj1" fmla="val 2118021"/>
              <a:gd name="adj2" fmla="val 5648979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604E5418-4A18-E8FF-6353-C9369F9D5359}"/>
                  </a:ext>
                </a:extLst>
              </p:cNvPr>
              <p:cNvSpPr txBox="1"/>
              <p:nvPr/>
            </p:nvSpPr>
            <p:spPr>
              <a:xfrm>
                <a:off x="8420475" y="2918708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604E5418-4A18-E8FF-6353-C9369F9D5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0475" y="2918708"/>
                <a:ext cx="237656" cy="239373"/>
              </a:xfrm>
              <a:prstGeom prst="rect">
                <a:avLst/>
              </a:prstGeom>
              <a:blipFill>
                <a:blip r:embed="rId7"/>
                <a:stretch>
                  <a:fillRect l="-43590" r="-2564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03EED3C8-C3C4-4527-F49A-A98E2BF4BB58}"/>
              </a:ext>
            </a:extLst>
          </p:cNvPr>
          <p:cNvSpPr/>
          <p:nvPr/>
        </p:nvSpPr>
        <p:spPr>
          <a:xfrm rot="2381520">
            <a:off x="7942233" y="3064336"/>
            <a:ext cx="2190849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BC52EBFC-4F2B-C48D-DB2A-4FD720FA70A0}"/>
                  </a:ext>
                </a:extLst>
              </p:cNvPr>
              <p:cNvSpPr txBox="1"/>
              <p:nvPr/>
            </p:nvSpPr>
            <p:spPr>
              <a:xfrm>
                <a:off x="9929912" y="3589922"/>
                <a:ext cx="975908" cy="3180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BC52EBFC-4F2B-C48D-DB2A-4FD720FA7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9912" y="3589922"/>
                <a:ext cx="975908" cy="318036"/>
              </a:xfrm>
              <a:prstGeom prst="rect">
                <a:avLst/>
              </a:prstGeom>
              <a:blipFill>
                <a:blip r:embed="rId8"/>
                <a:stretch>
                  <a:fillRect l="-10625" r="-5000" b="-211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Ellipse 12">
            <a:extLst>
              <a:ext uri="{FF2B5EF4-FFF2-40B4-BE49-F238E27FC236}">
                <a16:creationId xmlns:a16="http://schemas.microsoft.com/office/drawing/2014/main" id="{4EC4F903-4D91-BA72-A941-198971B355AE}"/>
              </a:ext>
            </a:extLst>
          </p:cNvPr>
          <p:cNvSpPr/>
          <p:nvPr/>
        </p:nvSpPr>
        <p:spPr>
          <a:xfrm>
            <a:off x="9756341" y="3783402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BDE5BC9B-81AA-B1CF-A3B4-8C548C3ED7B0}"/>
              </a:ext>
            </a:extLst>
          </p:cNvPr>
          <p:cNvSpPr/>
          <p:nvPr/>
        </p:nvSpPr>
        <p:spPr bwMode="auto">
          <a:xfrm>
            <a:off x="8185724" y="2454040"/>
            <a:ext cx="204982" cy="205005"/>
          </a:xfrm>
          <a:prstGeom prst="ellipse">
            <a:avLst/>
          </a:prstGeom>
          <a:noFill/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268EB52C-F0B5-A38A-3B41-C0327F66ADA5}"/>
              </a:ext>
            </a:extLst>
          </p:cNvPr>
          <p:cNvSpPr/>
          <p:nvPr/>
        </p:nvSpPr>
        <p:spPr bwMode="auto">
          <a:xfrm>
            <a:off x="8265419" y="2537496"/>
            <a:ext cx="36000" cy="36000"/>
          </a:xfrm>
          <a:prstGeom prst="ellipse">
            <a:avLst/>
          </a:prstGeom>
          <a:solidFill>
            <a:srgbClr val="00B0F0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1FC56353-D583-0473-1F92-1FA1119C96C9}"/>
                  </a:ext>
                </a:extLst>
              </p:cNvPr>
              <p:cNvSpPr txBox="1"/>
              <p:nvPr/>
            </p:nvSpPr>
            <p:spPr>
              <a:xfrm>
                <a:off x="8085638" y="2158659"/>
                <a:ext cx="2780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1FC56353-D583-0473-1F92-1FA1119C9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638" y="2158659"/>
                <a:ext cx="278025" cy="276999"/>
              </a:xfrm>
              <a:prstGeom prst="rect">
                <a:avLst/>
              </a:prstGeom>
              <a:blipFill>
                <a:blip r:embed="rId9"/>
                <a:stretch>
                  <a:fillRect l="-21739" b="-1521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32F60036-CB8C-6203-6664-556B5BBBAAB7}"/>
              </a:ext>
            </a:extLst>
          </p:cNvPr>
          <p:cNvCxnSpPr>
            <a:cxnSpLocks/>
          </p:cNvCxnSpPr>
          <p:nvPr/>
        </p:nvCxnSpPr>
        <p:spPr bwMode="auto">
          <a:xfrm>
            <a:off x="6979568" y="853376"/>
            <a:ext cx="0" cy="525658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189A853B-6141-85D2-E11D-75D5D5FEA00B}"/>
                  </a:ext>
                </a:extLst>
              </p:cNvPr>
              <p:cNvSpPr txBox="1"/>
              <p:nvPr/>
            </p:nvSpPr>
            <p:spPr>
              <a:xfrm>
                <a:off x="9053313" y="2882780"/>
                <a:ext cx="4125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189A853B-6141-85D2-E11D-75D5D5FEA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3313" y="2882780"/>
                <a:ext cx="41255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4707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ogen 26">
            <a:extLst>
              <a:ext uri="{FF2B5EF4-FFF2-40B4-BE49-F238E27FC236}">
                <a16:creationId xmlns:a16="http://schemas.microsoft.com/office/drawing/2014/main" id="{7FC123AA-2C51-F882-AFE8-68F1EB4CFD4A}"/>
              </a:ext>
            </a:extLst>
          </p:cNvPr>
          <p:cNvSpPr/>
          <p:nvPr/>
        </p:nvSpPr>
        <p:spPr bwMode="auto">
          <a:xfrm>
            <a:off x="7282462" y="4146305"/>
            <a:ext cx="1080000" cy="1080000"/>
          </a:xfrm>
          <a:prstGeom prst="arc">
            <a:avLst>
              <a:gd name="adj1" fmla="val 19715878"/>
              <a:gd name="adj2" fmla="val 46352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2" name="Bogen 91">
            <a:extLst>
              <a:ext uri="{FF2B5EF4-FFF2-40B4-BE49-F238E27FC236}">
                <a16:creationId xmlns:a16="http://schemas.microsoft.com/office/drawing/2014/main" id="{85447B72-67F1-9E30-DF42-CF226C9784A1}"/>
              </a:ext>
            </a:extLst>
          </p:cNvPr>
          <p:cNvSpPr/>
          <p:nvPr/>
        </p:nvSpPr>
        <p:spPr bwMode="auto">
          <a:xfrm>
            <a:off x="8419052" y="3441713"/>
            <a:ext cx="1080000" cy="1080000"/>
          </a:xfrm>
          <a:prstGeom prst="arc">
            <a:avLst>
              <a:gd name="adj1" fmla="val 17220510"/>
              <a:gd name="adj2" fmla="val 19690946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64D0227E-5595-1F6A-8676-533501D1663E}"/>
              </a:ext>
            </a:extLst>
          </p:cNvPr>
          <p:cNvSpPr/>
          <p:nvPr/>
        </p:nvSpPr>
        <p:spPr>
          <a:xfrm rot="19698847">
            <a:off x="7603484" y="4214810"/>
            <a:ext cx="155210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D92EFFFB-71F0-0725-98BD-19F30574013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de-DE" dirty="0"/>
                  <a:t>Inverse </a:t>
                </a:r>
                <a:r>
                  <a:rPr lang="de-DE" dirty="0" err="1"/>
                  <a:t>position</a:t>
                </a:r>
                <a:r>
                  <a:rPr lang="de-DE" dirty="0"/>
                  <a:t>: Determination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D92EFFFB-71F0-0725-98BD-19F3057401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970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Inhaltsplatzhalter 13">
                <a:extLst>
                  <a:ext uri="{FF2B5EF4-FFF2-40B4-BE49-F238E27FC236}">
                    <a16:creationId xmlns:a16="http://schemas.microsoft.com/office/drawing/2014/main" id="{D10EF0E1-15D3-42C4-69B4-ECBFCCFFB61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78369" y="692150"/>
                <a:ext cx="6500827" cy="5653088"/>
              </a:xfrm>
            </p:spPr>
            <p:txBody>
              <a:bodyPr/>
              <a:lstStyle/>
              <a:p>
                <a:pPr/>
                <a:r>
                  <a:rPr lang="de-DE" dirty="0"/>
                  <a:t>Using </a:t>
                </a:r>
                <a:r>
                  <a:rPr lang="de-DE" dirty="0" err="1"/>
                  <a:t>law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cosines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angle </a:t>
                </a:r>
                <a:r>
                  <a:rPr lang="de-DE" dirty="0" err="1"/>
                  <a:t>between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br>
                  <a:rPr lang="de-DE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func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e-DE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de-DE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de-DE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de-DE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2 </m:t>
                        </m:r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br>
                  <a:rPr lang="de-DE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de-DE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sSub>
                              <m:sSubPr>
                                <m:ctrlPr>
                                  <a:rPr lang="de-DE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de-DE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  <m:sup>
                            <m:r>
                              <a:rPr lang="de-DE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de-DE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sSub>
                              <m:sSubPr>
                                <m:ctrlPr>
                                  <a:rPr lang="de-DE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de-DE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  <m:sup>
                            <m:r>
                              <a:rPr lang="de-DE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de-DE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de-DE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de-DE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de-DE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de-DE" i="1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de-DE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de-DE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de-DE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de-DE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de-DE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de-DE" i="1">
                                    <a:solidFill>
                                      <a:schemeClr val="bg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de-DE" i="1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de-DE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de-DE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2 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br>
                  <a:rPr lang="de-DE" dirty="0"/>
                </a:br>
                <a:endParaRPr lang="de-DE" dirty="0"/>
              </a:p>
              <a:p>
                <a:pPr/>
                <a:r>
                  <a:rPr lang="de-DE" dirty="0" err="1"/>
                  <a:t>If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func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de-DE" dirty="0"/>
                  <a:t>, </a:t>
                </a:r>
                <a:r>
                  <a:rPr lang="de-DE" dirty="0" err="1"/>
                  <a:t>then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func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de-DE" dirty="0"/>
                  <a:t>:</a:t>
                </a:r>
                <a:br>
                  <a:rPr lang="de-DE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𝑎𝑡𝑎𝑛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2(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,±</m:t>
                    </m:r>
                    <m:rad>
                      <m:radPr>
                        <m:degHide m:val="on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r>
                  <a:rPr lang="de-DE" dirty="0"/>
                  <a:t>The </a:t>
                </a:r>
                <a:r>
                  <a:rPr lang="de-DE" dirty="0" err="1"/>
                  <a:t>two</a:t>
                </a:r>
                <a:r>
                  <a:rPr lang="de-DE" dirty="0"/>
                  <a:t> </a:t>
                </a:r>
                <a:r>
                  <a:rPr lang="de-DE" dirty="0" err="1"/>
                  <a:t>solutions</a:t>
                </a:r>
                <a:r>
                  <a:rPr lang="de-DE" dirty="0"/>
                  <a:t> </a:t>
                </a:r>
                <a:r>
                  <a:rPr lang="de-DE" dirty="0" err="1"/>
                  <a:t>correspond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solutions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DE" dirty="0"/>
                  <a:t> respectively</a:t>
                </a:r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>
          <p:sp>
            <p:nvSpPr>
              <p:cNvPr id="14" name="Inhaltsplatzhalter 13">
                <a:extLst>
                  <a:ext uri="{FF2B5EF4-FFF2-40B4-BE49-F238E27FC236}">
                    <a16:creationId xmlns:a16="http://schemas.microsoft.com/office/drawing/2014/main" id="{D10EF0E1-15D3-42C4-69B4-ECBFCCFFB6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78369" y="692150"/>
                <a:ext cx="6500827" cy="5653088"/>
              </a:xfrm>
              <a:blipFill>
                <a:blip r:embed="rId3"/>
                <a:stretch>
                  <a:fillRect l="-2437" r="-5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Inhaltsplatzhalter 14">
                <a:extLst>
                  <a:ext uri="{FF2B5EF4-FFF2-40B4-BE49-F238E27FC236}">
                    <a16:creationId xmlns:a16="http://schemas.microsoft.com/office/drawing/2014/main" id="{2A279DDE-7EDC-FB3D-7562-2321E01FCAF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7082267" y="692150"/>
                <a:ext cx="4753539" cy="65824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Projection </a:t>
                </a:r>
                <a:r>
                  <a:rPr lang="de-DE" dirty="0" err="1"/>
                  <a:t>onto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dirty="0"/>
                  <a:t> plane:</a:t>
                </a:r>
              </a:p>
            </p:txBody>
          </p:sp>
        </mc:Choice>
        <mc:Fallback xmlns="">
          <p:sp>
            <p:nvSpPr>
              <p:cNvPr id="15" name="Inhaltsplatzhalter 14">
                <a:extLst>
                  <a:ext uri="{FF2B5EF4-FFF2-40B4-BE49-F238E27FC236}">
                    <a16:creationId xmlns:a16="http://schemas.microsoft.com/office/drawing/2014/main" id="{2A279DDE-7EDC-FB3D-7562-2321E01FCA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7082267" y="692150"/>
                <a:ext cx="4753539" cy="658243"/>
              </a:xfrm>
              <a:blipFill>
                <a:blip r:embed="rId4"/>
                <a:stretch>
                  <a:fillRect l="-3590" b="-46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01680E7C-2F53-4406-20FD-91377EFA205A}"/>
              </a:ext>
            </a:extLst>
          </p:cNvPr>
          <p:cNvCxnSpPr>
            <a:cxnSpLocks/>
          </p:cNvCxnSpPr>
          <p:nvPr/>
        </p:nvCxnSpPr>
        <p:spPr bwMode="auto">
          <a:xfrm>
            <a:off x="6979568" y="853376"/>
            <a:ext cx="0" cy="525658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589D54DD-B201-BF50-D8F7-2551A680698C}"/>
              </a:ext>
            </a:extLst>
          </p:cNvPr>
          <p:cNvSpPr/>
          <p:nvPr/>
        </p:nvSpPr>
        <p:spPr>
          <a:xfrm rot="16200000">
            <a:off x="7208950" y="5064867"/>
            <a:ext cx="1229765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2C5C8224-BDB8-1844-FBFD-F98F3618A225}"/>
              </a:ext>
            </a:extLst>
          </p:cNvPr>
          <p:cNvSpPr/>
          <p:nvPr/>
        </p:nvSpPr>
        <p:spPr>
          <a:xfrm rot="17212412">
            <a:off x="8376017" y="3231400"/>
            <a:ext cx="1544135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53E22AC6-F48E-6031-F290-F7DCBA49BCC4}"/>
                  </a:ext>
                </a:extLst>
              </p:cNvPr>
              <p:cNvSpPr txBox="1"/>
              <p:nvPr/>
            </p:nvSpPr>
            <p:spPr>
              <a:xfrm>
                <a:off x="8257449" y="4001863"/>
                <a:ext cx="24330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53E22AC6-F48E-6031-F290-F7DCBA49B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449" y="4001863"/>
                <a:ext cx="243307" cy="276999"/>
              </a:xfrm>
              <a:prstGeom prst="rect">
                <a:avLst/>
              </a:prstGeom>
              <a:blipFill>
                <a:blip r:embed="rId5"/>
                <a:stretch>
                  <a:fillRect l="-38462" r="-5128" b="-1521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026BDD3E-6A59-FB28-1D9E-80ED0BA25698}"/>
                  </a:ext>
                </a:extLst>
              </p:cNvPr>
              <p:cNvSpPr txBox="1"/>
              <p:nvPr/>
            </p:nvSpPr>
            <p:spPr>
              <a:xfrm>
                <a:off x="8962099" y="3034970"/>
                <a:ext cx="24330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026BDD3E-6A59-FB28-1D9E-80ED0BA25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2099" y="3034970"/>
                <a:ext cx="243307" cy="276999"/>
              </a:xfrm>
              <a:prstGeom prst="rect">
                <a:avLst/>
              </a:prstGeom>
              <a:blipFill>
                <a:blip r:embed="rId6"/>
                <a:stretch>
                  <a:fillRect l="-35000" r="-5000" b="-1777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8964EE99-313B-C096-C708-ADE9B5B6C051}"/>
              </a:ext>
            </a:extLst>
          </p:cNvPr>
          <p:cNvCxnSpPr>
            <a:cxnSpLocks/>
          </p:cNvCxnSpPr>
          <p:nvPr/>
        </p:nvCxnSpPr>
        <p:spPr>
          <a:xfrm>
            <a:off x="7839726" y="2276872"/>
            <a:ext cx="0" cy="2413840"/>
          </a:xfrm>
          <a:prstGeom prst="straightConnector1">
            <a:avLst/>
          </a:prstGeom>
          <a:ln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D9D48594-1857-6EA6-EB6F-70C707DE40D6}"/>
              </a:ext>
            </a:extLst>
          </p:cNvPr>
          <p:cNvCxnSpPr>
            <a:cxnSpLocks/>
          </p:cNvCxnSpPr>
          <p:nvPr/>
        </p:nvCxnSpPr>
        <p:spPr>
          <a:xfrm flipV="1">
            <a:off x="7840304" y="4686305"/>
            <a:ext cx="2136175" cy="44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B47FC594-834A-C7B9-D0F8-E9B12CBA2CA0}"/>
                  </a:ext>
                </a:extLst>
              </p:cNvPr>
              <p:cNvSpPr txBox="1"/>
              <p:nvPr/>
            </p:nvSpPr>
            <p:spPr>
              <a:xfrm>
                <a:off x="9295383" y="4642729"/>
                <a:ext cx="178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B47FC594-834A-C7B9-D0F8-E9B12CBA2C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5383" y="4642729"/>
                <a:ext cx="178189" cy="276999"/>
              </a:xfrm>
              <a:prstGeom prst="rect">
                <a:avLst/>
              </a:prstGeom>
              <a:blipFill>
                <a:blip r:embed="rId7"/>
                <a:stretch>
                  <a:fillRect l="-34483" b="-22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3E2F3A13-7A8C-AD79-65E7-48724D6DF336}"/>
                  </a:ext>
                </a:extLst>
              </p:cNvPr>
              <p:cNvSpPr txBox="1"/>
              <p:nvPr/>
            </p:nvSpPr>
            <p:spPr>
              <a:xfrm>
                <a:off x="7559135" y="1999873"/>
                <a:ext cx="2780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3E2F3A13-7A8C-AD79-65E7-48724D6DF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135" y="1999873"/>
                <a:ext cx="278025" cy="276999"/>
              </a:xfrm>
              <a:prstGeom prst="rect">
                <a:avLst/>
              </a:prstGeom>
              <a:blipFill>
                <a:blip r:embed="rId8"/>
                <a:stretch>
                  <a:fillRect l="-21739" b="-1521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087EE032-F671-DC71-B9A7-1A7FC5C727E7}"/>
              </a:ext>
            </a:extLst>
          </p:cNvPr>
          <p:cNvGrpSpPr/>
          <p:nvPr/>
        </p:nvGrpSpPr>
        <p:grpSpPr>
          <a:xfrm rot="18033073">
            <a:off x="9381403" y="2305818"/>
            <a:ext cx="1544135" cy="665312"/>
            <a:chOff x="9209443" y="3779713"/>
            <a:chExt cx="1544135" cy="665312"/>
          </a:xfrm>
        </p:grpSpPr>
        <p:sp>
          <p:nvSpPr>
            <p:cNvPr id="3" name="Rechteck: abgerundete Ecken 2">
              <a:extLst>
                <a:ext uri="{FF2B5EF4-FFF2-40B4-BE49-F238E27FC236}">
                  <a16:creationId xmlns:a16="http://schemas.microsoft.com/office/drawing/2014/main" id="{98844466-BCD6-2A67-6E13-DB695910F867}"/>
                </a:ext>
              </a:extLst>
            </p:cNvPr>
            <p:cNvSpPr/>
            <p:nvPr/>
          </p:nvSpPr>
          <p:spPr>
            <a:xfrm rot="2533368">
              <a:off x="9209443" y="3779713"/>
              <a:ext cx="1544135" cy="233325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Rechteck: abgerundete Ecken 4">
              <a:extLst>
                <a:ext uri="{FF2B5EF4-FFF2-40B4-BE49-F238E27FC236}">
                  <a16:creationId xmlns:a16="http://schemas.microsoft.com/office/drawing/2014/main" id="{2279240E-47D4-7C64-4905-647F7C4DA039}"/>
                </a:ext>
              </a:extLst>
            </p:cNvPr>
            <p:cNvSpPr/>
            <p:nvPr/>
          </p:nvSpPr>
          <p:spPr>
            <a:xfrm rot="2616156">
              <a:off x="10122542" y="4129890"/>
              <a:ext cx="494677" cy="233325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75C69412-72B3-6343-00E9-8A38A9CB403D}"/>
                </a:ext>
              </a:extLst>
            </p:cNvPr>
            <p:cNvSpPr/>
            <p:nvPr/>
          </p:nvSpPr>
          <p:spPr>
            <a:xfrm>
              <a:off x="10507536" y="4382805"/>
              <a:ext cx="62220" cy="622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9F63F8F-A19F-C410-7B4C-EEF66B9085E4}"/>
              </a:ext>
            </a:extLst>
          </p:cNvPr>
          <p:cNvCxnSpPr>
            <a:cxnSpLocks/>
          </p:cNvCxnSpPr>
          <p:nvPr/>
        </p:nvCxnSpPr>
        <p:spPr>
          <a:xfrm flipV="1">
            <a:off x="7840988" y="5645615"/>
            <a:ext cx="431415" cy="15079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7C459362-20A8-4C02-D218-63B91DAB6E23}"/>
              </a:ext>
            </a:extLst>
          </p:cNvPr>
          <p:cNvCxnSpPr>
            <a:cxnSpLocks/>
          </p:cNvCxnSpPr>
          <p:nvPr/>
        </p:nvCxnSpPr>
        <p:spPr>
          <a:xfrm flipV="1">
            <a:off x="7840988" y="5329762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254220C8-34A3-1C43-7948-F6E11542253E}"/>
              </a:ext>
            </a:extLst>
          </p:cNvPr>
          <p:cNvCxnSpPr>
            <a:cxnSpLocks/>
            <a:stCxn id="11" idx="3"/>
          </p:cNvCxnSpPr>
          <p:nvPr/>
        </p:nvCxnSpPr>
        <p:spPr>
          <a:xfrm flipH="1" flipV="1">
            <a:off x="7840987" y="5796412"/>
            <a:ext cx="103838" cy="344953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8B1CCBC-1AB4-90C1-804C-967C1639DD7E}"/>
                  </a:ext>
                </a:extLst>
              </p:cNvPr>
              <p:cNvSpPr txBox="1"/>
              <p:nvPr/>
            </p:nvSpPr>
            <p:spPr>
              <a:xfrm>
                <a:off x="7707169" y="6021678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8B1CCBC-1AB4-90C1-804C-967C1639DD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7169" y="6021678"/>
                <a:ext cx="237656" cy="239373"/>
              </a:xfrm>
              <a:prstGeom prst="rect">
                <a:avLst/>
              </a:prstGeom>
              <a:blipFill>
                <a:blip r:embed="rId9"/>
                <a:stretch>
                  <a:fillRect l="-35897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F4E70B05-D7A5-4423-5646-B31111C8C6A8}"/>
                  </a:ext>
                </a:extLst>
              </p:cNvPr>
              <p:cNvSpPr txBox="1"/>
              <p:nvPr/>
            </p:nvSpPr>
            <p:spPr>
              <a:xfrm>
                <a:off x="8303514" y="5507027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F4E70B05-D7A5-4423-5646-B31111C8C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3514" y="5507027"/>
                <a:ext cx="237656" cy="239373"/>
              </a:xfrm>
              <a:prstGeom prst="rect">
                <a:avLst/>
              </a:prstGeom>
              <a:blipFill>
                <a:blip r:embed="rId10"/>
                <a:stretch>
                  <a:fillRect l="-46154" r="-5128" b="-4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64A55915-481A-783A-C462-3699A028916A}"/>
                  </a:ext>
                </a:extLst>
              </p:cNvPr>
              <p:cNvSpPr txBox="1"/>
              <p:nvPr/>
            </p:nvSpPr>
            <p:spPr>
              <a:xfrm>
                <a:off x="7628870" y="5113962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64A55915-481A-783A-C462-3699A0289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8870" y="5113962"/>
                <a:ext cx="225022" cy="239373"/>
              </a:xfrm>
              <a:prstGeom prst="rect">
                <a:avLst/>
              </a:prstGeom>
              <a:blipFill>
                <a:blip r:embed="rId11"/>
                <a:stretch>
                  <a:fillRect l="-37838" r="-2703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Bogen 15">
            <a:extLst>
              <a:ext uri="{FF2B5EF4-FFF2-40B4-BE49-F238E27FC236}">
                <a16:creationId xmlns:a16="http://schemas.microsoft.com/office/drawing/2014/main" id="{0D87AE99-046F-130D-8C42-9E7B5069D74B}"/>
              </a:ext>
            </a:extLst>
          </p:cNvPr>
          <p:cNvSpPr/>
          <p:nvPr/>
        </p:nvSpPr>
        <p:spPr>
          <a:xfrm>
            <a:off x="7673892" y="5587209"/>
            <a:ext cx="360000" cy="360000"/>
          </a:xfrm>
          <a:prstGeom prst="arc">
            <a:avLst>
              <a:gd name="adj1" fmla="val 20916604"/>
              <a:gd name="adj2" fmla="val 4713489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71DC3652-6F3A-3D4E-4D55-FCDE6D258D9B}"/>
              </a:ext>
            </a:extLst>
          </p:cNvPr>
          <p:cNvSpPr/>
          <p:nvPr/>
        </p:nvSpPr>
        <p:spPr>
          <a:xfrm>
            <a:off x="7809877" y="5765302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4A29A4EB-5508-9930-A4D9-C7CDF15410CA}"/>
                  </a:ext>
                </a:extLst>
              </p:cNvPr>
              <p:cNvSpPr txBox="1"/>
              <p:nvPr/>
            </p:nvSpPr>
            <p:spPr>
              <a:xfrm>
                <a:off x="8048882" y="5827522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4A29A4EB-5508-9930-A4D9-C7CDF1541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8882" y="5827522"/>
                <a:ext cx="237656" cy="239373"/>
              </a:xfrm>
              <a:prstGeom prst="rect">
                <a:avLst/>
              </a:prstGeom>
              <a:blipFill>
                <a:blip r:embed="rId12"/>
                <a:stretch>
                  <a:fillRect l="-43590" r="-2564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176A0030-4F59-5766-522E-776178764B2D}"/>
                  </a:ext>
                </a:extLst>
              </p:cNvPr>
              <p:cNvSpPr txBox="1"/>
              <p:nvPr/>
            </p:nvSpPr>
            <p:spPr>
              <a:xfrm>
                <a:off x="8408601" y="4356882"/>
                <a:ext cx="24330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176A0030-4F59-5766-522E-776178764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8601" y="4356882"/>
                <a:ext cx="243307" cy="276999"/>
              </a:xfrm>
              <a:prstGeom prst="rect">
                <a:avLst/>
              </a:prstGeom>
              <a:blipFill>
                <a:blip r:embed="rId14"/>
                <a:stretch>
                  <a:fillRect l="-42500" r="-2500" b="-1777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FAC0EAA8-C69B-C865-1FAF-752C3D2DB17A}"/>
              </a:ext>
            </a:extLst>
          </p:cNvPr>
          <p:cNvCxnSpPr>
            <a:cxnSpLocks/>
          </p:cNvCxnSpPr>
          <p:nvPr/>
        </p:nvCxnSpPr>
        <p:spPr bwMode="auto">
          <a:xfrm flipH="1">
            <a:off x="7837076" y="3974700"/>
            <a:ext cx="1125023" cy="7143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0A843E06-C5A5-A1CC-2F59-C9D747C98ED6}"/>
              </a:ext>
            </a:extLst>
          </p:cNvPr>
          <p:cNvCxnSpPr>
            <a:cxnSpLocks/>
          </p:cNvCxnSpPr>
          <p:nvPr/>
        </p:nvCxnSpPr>
        <p:spPr bwMode="auto">
          <a:xfrm flipH="1">
            <a:off x="8962099" y="2717105"/>
            <a:ext cx="377537" cy="125338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Gerader Verbinder 92">
            <a:extLst>
              <a:ext uri="{FF2B5EF4-FFF2-40B4-BE49-F238E27FC236}">
                <a16:creationId xmlns:a16="http://schemas.microsoft.com/office/drawing/2014/main" id="{E8F2ECBB-474A-72E5-E6E5-E7BE485E3AD7}"/>
              </a:ext>
            </a:extLst>
          </p:cNvPr>
          <p:cNvCxnSpPr>
            <a:cxnSpLocks/>
          </p:cNvCxnSpPr>
          <p:nvPr/>
        </p:nvCxnSpPr>
        <p:spPr bwMode="auto">
          <a:xfrm flipH="1">
            <a:off x="8959052" y="3667180"/>
            <a:ext cx="499984" cy="31017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F577DBB0-31F8-D6FB-04C9-1B8ADD4C5432}"/>
                  </a:ext>
                </a:extLst>
              </p:cNvPr>
              <p:cNvSpPr txBox="1"/>
              <p:nvPr/>
            </p:nvSpPr>
            <p:spPr>
              <a:xfrm>
                <a:off x="9405749" y="3255514"/>
                <a:ext cx="24330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F577DBB0-31F8-D6FB-04C9-1B8ADD4C5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5749" y="3255514"/>
                <a:ext cx="243307" cy="276999"/>
              </a:xfrm>
              <a:prstGeom prst="rect">
                <a:avLst/>
              </a:prstGeom>
              <a:blipFill>
                <a:blip r:embed="rId15"/>
                <a:stretch>
                  <a:fillRect l="-45000" r="-2500" b="-1777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Gerader Verbinder 95">
            <a:extLst>
              <a:ext uri="{FF2B5EF4-FFF2-40B4-BE49-F238E27FC236}">
                <a16:creationId xmlns:a16="http://schemas.microsoft.com/office/drawing/2014/main" id="{BD96F7BE-357D-26C5-A658-C4A8F5641E90}"/>
              </a:ext>
            </a:extLst>
          </p:cNvPr>
          <p:cNvCxnSpPr>
            <a:cxnSpLocks/>
            <a:endCxn id="17" idx="0"/>
          </p:cNvCxnSpPr>
          <p:nvPr/>
        </p:nvCxnSpPr>
        <p:spPr bwMode="auto">
          <a:xfrm>
            <a:off x="7837742" y="4710157"/>
            <a:ext cx="3245" cy="105514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03" name="Gerader Verbinder 102">
            <a:extLst>
              <a:ext uri="{FF2B5EF4-FFF2-40B4-BE49-F238E27FC236}">
                <a16:creationId xmlns:a16="http://schemas.microsoft.com/office/drawing/2014/main" id="{56186A80-F368-C199-2F69-B8AA5F9C76FE}"/>
              </a:ext>
            </a:extLst>
          </p:cNvPr>
          <p:cNvCxnSpPr>
            <a:cxnSpLocks/>
          </p:cNvCxnSpPr>
          <p:nvPr/>
        </p:nvCxnSpPr>
        <p:spPr bwMode="auto">
          <a:xfrm flipH="1">
            <a:off x="9339636" y="2730055"/>
            <a:ext cx="6814" cy="199508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07" name="Gerader Verbinder 106">
            <a:extLst>
              <a:ext uri="{FF2B5EF4-FFF2-40B4-BE49-F238E27FC236}">
                <a16:creationId xmlns:a16="http://schemas.microsoft.com/office/drawing/2014/main" id="{ACCC4770-6B8E-0D64-2521-4F80C8EB2C20}"/>
              </a:ext>
            </a:extLst>
          </p:cNvPr>
          <p:cNvCxnSpPr>
            <a:cxnSpLocks/>
          </p:cNvCxnSpPr>
          <p:nvPr/>
        </p:nvCxnSpPr>
        <p:spPr bwMode="auto">
          <a:xfrm flipH="1">
            <a:off x="7849974" y="2729070"/>
            <a:ext cx="149306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feld 108">
                <a:extLst>
                  <a:ext uri="{FF2B5EF4-FFF2-40B4-BE49-F238E27FC236}">
                    <a16:creationId xmlns:a16="http://schemas.microsoft.com/office/drawing/2014/main" id="{DC74EF9B-1B13-020A-CA0A-D3A57E88B8CF}"/>
                  </a:ext>
                </a:extLst>
              </p:cNvPr>
              <p:cNvSpPr txBox="1"/>
              <p:nvPr/>
            </p:nvSpPr>
            <p:spPr>
              <a:xfrm>
                <a:off x="7623583" y="2559928"/>
                <a:ext cx="178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09" name="Textfeld 108">
                <a:extLst>
                  <a:ext uri="{FF2B5EF4-FFF2-40B4-BE49-F238E27FC236}">
                    <a16:creationId xmlns:a16="http://schemas.microsoft.com/office/drawing/2014/main" id="{DC74EF9B-1B13-020A-CA0A-D3A57E88B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583" y="2559928"/>
                <a:ext cx="178189" cy="276999"/>
              </a:xfrm>
              <a:prstGeom prst="rect">
                <a:avLst/>
              </a:prstGeom>
              <a:blipFill>
                <a:blip r:embed="rId16"/>
                <a:stretch>
                  <a:fillRect l="-37931" b="-22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0" name="Gerader Verbinder 109">
            <a:extLst>
              <a:ext uri="{FF2B5EF4-FFF2-40B4-BE49-F238E27FC236}">
                <a16:creationId xmlns:a16="http://schemas.microsoft.com/office/drawing/2014/main" id="{0E478377-E3DB-F120-7D6D-4AEAB83888D2}"/>
              </a:ext>
            </a:extLst>
          </p:cNvPr>
          <p:cNvCxnSpPr>
            <a:cxnSpLocks/>
            <a:stCxn id="4" idx="1"/>
          </p:cNvCxnSpPr>
          <p:nvPr/>
        </p:nvCxnSpPr>
        <p:spPr bwMode="auto">
          <a:xfrm flipH="1">
            <a:off x="9341611" y="2319723"/>
            <a:ext cx="1324614" cy="40934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feld 111">
                <a:extLst>
                  <a:ext uri="{FF2B5EF4-FFF2-40B4-BE49-F238E27FC236}">
                    <a16:creationId xmlns:a16="http://schemas.microsoft.com/office/drawing/2014/main" id="{4E096BE3-44CB-2866-F371-F2968A0F8CFB}"/>
                  </a:ext>
                </a:extLst>
              </p:cNvPr>
              <p:cNvSpPr txBox="1"/>
              <p:nvPr/>
            </p:nvSpPr>
            <p:spPr>
              <a:xfrm>
                <a:off x="7587344" y="4782167"/>
                <a:ext cx="24330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12" name="Textfeld 111">
                <a:extLst>
                  <a:ext uri="{FF2B5EF4-FFF2-40B4-BE49-F238E27FC236}">
                    <a16:creationId xmlns:a16="http://schemas.microsoft.com/office/drawing/2014/main" id="{4E096BE3-44CB-2866-F371-F2968A0F8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7344" y="4782167"/>
                <a:ext cx="243307" cy="276999"/>
              </a:xfrm>
              <a:prstGeom prst="rect">
                <a:avLst/>
              </a:prstGeom>
              <a:blipFill>
                <a:blip r:embed="rId17"/>
                <a:stretch>
                  <a:fillRect l="-47500" r="-2500" b="-1521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87C946DD-BDBF-A800-2AC4-CC41196679AE}"/>
                  </a:ext>
                </a:extLst>
              </p:cNvPr>
              <p:cNvSpPr txBox="1"/>
              <p:nvPr/>
            </p:nvSpPr>
            <p:spPr>
              <a:xfrm>
                <a:off x="9806807" y="2098928"/>
                <a:ext cx="24330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87C946DD-BDBF-A800-2AC4-CC4119667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6807" y="2098928"/>
                <a:ext cx="243307" cy="276999"/>
              </a:xfrm>
              <a:prstGeom prst="rect">
                <a:avLst/>
              </a:prstGeom>
              <a:blipFill>
                <a:blip r:embed="rId18"/>
                <a:stretch>
                  <a:fillRect l="-47500" r="-5000" b="-1521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B2D4AC28-6F69-1440-6AC7-E308A256BF00}"/>
                  </a:ext>
                </a:extLst>
              </p:cNvPr>
              <p:cNvSpPr txBox="1"/>
              <p:nvPr/>
            </p:nvSpPr>
            <p:spPr>
              <a:xfrm>
                <a:off x="2495600" y="6407150"/>
                <a:ext cx="33123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de-DE" sz="1000" dirty="0"/>
                  <a:t>Note: w.r.t </a:t>
                </a:r>
                <a:r>
                  <a:rPr lang="de-DE" sz="1000" dirty="0" err="1"/>
                  <a:t>Spong</a:t>
                </a:r>
                <a:r>
                  <a:rPr lang="de-DE" sz="1000" dirty="0"/>
                  <a:t>, </a:t>
                </a:r>
                <a:r>
                  <a:rPr lang="de-DE" sz="1000" dirty="0" err="1"/>
                  <a:t>the</a:t>
                </a:r>
                <a:r>
                  <a:rPr lang="de-DE" sz="1000" dirty="0"/>
                  <a:t> </a:t>
                </a:r>
                <a:r>
                  <a:rPr lang="de-DE" sz="1000" dirty="0" err="1"/>
                  <a:t>signum</a:t>
                </a:r>
                <a:r>
                  <a:rPr lang="de-DE" sz="1000" dirty="0"/>
                  <a:t> </a:t>
                </a:r>
                <a:r>
                  <a:rPr lang="de-DE" sz="1000" dirty="0" err="1"/>
                  <a:t>for</a:t>
                </a:r>
                <a:r>
                  <a:rPr lang="de-DE" sz="1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1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1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sz="1000" dirty="0"/>
                  <a:t> </a:t>
                </a:r>
                <a:r>
                  <a:rPr lang="de-DE" sz="1000" dirty="0" err="1"/>
                  <a:t>is</a:t>
                </a:r>
                <a:r>
                  <a:rPr lang="de-DE" sz="1000" dirty="0"/>
                  <a:t> </a:t>
                </a:r>
                <a:r>
                  <a:rPr lang="de-DE" sz="1000" dirty="0" err="1"/>
                  <a:t>inverted</a:t>
                </a:r>
                <a:r>
                  <a:rPr lang="de-DE" sz="1000" dirty="0"/>
                  <a:t> due </a:t>
                </a:r>
                <a:r>
                  <a:rPr lang="de-DE" sz="1000" dirty="0" err="1"/>
                  <a:t>to</a:t>
                </a:r>
                <a:r>
                  <a:rPr lang="de-DE" sz="1000" dirty="0"/>
                  <a:t> </a:t>
                </a:r>
                <a:r>
                  <a:rPr lang="de-DE" sz="1000" dirty="0" err="1"/>
                  <a:t>the</a:t>
                </a:r>
                <a:r>
                  <a:rPr lang="de-DE" sz="1000" dirty="0"/>
                  <a:t> </a:t>
                </a:r>
                <a:r>
                  <a:rPr lang="de-DE" sz="1000" dirty="0" err="1"/>
                  <a:t>orientation</a:t>
                </a:r>
                <a:r>
                  <a:rPr lang="de-DE" sz="1000" dirty="0"/>
                  <a:t> </a:t>
                </a:r>
                <a:r>
                  <a:rPr lang="de-DE" sz="1000" dirty="0" err="1"/>
                  <a:t>of</a:t>
                </a:r>
                <a:r>
                  <a:rPr lang="de-DE" sz="1000" dirty="0"/>
                  <a:t> </a:t>
                </a:r>
                <a:r>
                  <a:rPr lang="de-DE" sz="1000" dirty="0" err="1"/>
                  <a:t>the</a:t>
                </a:r>
                <a:r>
                  <a:rPr lang="de-DE" sz="1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1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sz="1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sz="1000" dirty="0"/>
                  <a:t> axes! </a:t>
                </a: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B2D4AC28-6F69-1440-6AC7-E308A256B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600" y="6407150"/>
                <a:ext cx="3312368" cy="400110"/>
              </a:xfrm>
              <a:prstGeom prst="rect">
                <a:avLst/>
              </a:prstGeom>
              <a:blipFill>
                <a:blip r:embed="rId19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5615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E8632-332D-E981-BBB9-6E95EB6AC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Bogen 50">
            <a:extLst>
              <a:ext uri="{FF2B5EF4-FFF2-40B4-BE49-F238E27FC236}">
                <a16:creationId xmlns:a16="http://schemas.microsoft.com/office/drawing/2014/main" id="{BF5577C4-9405-12BE-7223-F899BD1C03A1}"/>
              </a:ext>
            </a:extLst>
          </p:cNvPr>
          <p:cNvSpPr/>
          <p:nvPr/>
        </p:nvSpPr>
        <p:spPr bwMode="auto">
          <a:xfrm>
            <a:off x="7387075" y="4237522"/>
            <a:ext cx="900000" cy="900000"/>
          </a:xfrm>
          <a:prstGeom prst="arc">
            <a:avLst>
              <a:gd name="adj1" fmla="val 18481102"/>
              <a:gd name="adj2" fmla="val 46352"/>
            </a:avLst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Bogen 26">
            <a:extLst>
              <a:ext uri="{FF2B5EF4-FFF2-40B4-BE49-F238E27FC236}">
                <a16:creationId xmlns:a16="http://schemas.microsoft.com/office/drawing/2014/main" id="{25AAB8E6-AEBA-5F4A-CA0C-11A4F70880D6}"/>
              </a:ext>
            </a:extLst>
          </p:cNvPr>
          <p:cNvSpPr/>
          <p:nvPr/>
        </p:nvSpPr>
        <p:spPr bwMode="auto">
          <a:xfrm>
            <a:off x="7282462" y="4146305"/>
            <a:ext cx="1080000" cy="1080000"/>
          </a:xfrm>
          <a:prstGeom prst="arc">
            <a:avLst>
              <a:gd name="adj1" fmla="val 19715878"/>
              <a:gd name="adj2" fmla="val 46352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2" name="Bogen 91">
            <a:extLst>
              <a:ext uri="{FF2B5EF4-FFF2-40B4-BE49-F238E27FC236}">
                <a16:creationId xmlns:a16="http://schemas.microsoft.com/office/drawing/2014/main" id="{CB77DC6E-A937-A2BE-51F1-ED3576BDF8B4}"/>
              </a:ext>
            </a:extLst>
          </p:cNvPr>
          <p:cNvSpPr/>
          <p:nvPr/>
        </p:nvSpPr>
        <p:spPr bwMode="auto">
          <a:xfrm>
            <a:off x="8419052" y="3441713"/>
            <a:ext cx="1080000" cy="1080000"/>
          </a:xfrm>
          <a:prstGeom prst="arc">
            <a:avLst>
              <a:gd name="adj1" fmla="val 17220510"/>
              <a:gd name="adj2" fmla="val 19690946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A9567D4F-546C-7AFB-8917-365A6065A4FF}"/>
              </a:ext>
            </a:extLst>
          </p:cNvPr>
          <p:cNvSpPr/>
          <p:nvPr/>
        </p:nvSpPr>
        <p:spPr>
          <a:xfrm rot="19698847">
            <a:off x="7603484" y="4214810"/>
            <a:ext cx="155210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3C1CEC7D-8D8A-8CEE-E917-3F1D7326EC0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de-DE" dirty="0"/>
                  <a:t>Inverse </a:t>
                </a:r>
                <a:r>
                  <a:rPr lang="de-DE" dirty="0" err="1"/>
                  <a:t>position</a:t>
                </a:r>
                <a:r>
                  <a:rPr lang="de-DE" dirty="0"/>
                  <a:t>: Determination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de-D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3C1CEC7D-8D8A-8CEE-E917-3F1D7326EC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970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Inhaltsplatzhalter 13">
                <a:extLst>
                  <a:ext uri="{FF2B5EF4-FFF2-40B4-BE49-F238E27FC236}">
                    <a16:creationId xmlns:a16="http://schemas.microsoft.com/office/drawing/2014/main" id="{D9449C54-05BB-0032-A448-E1D1E7A1A42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78369" y="692150"/>
                <a:ext cx="6500827" cy="5653088"/>
              </a:xfrm>
            </p:spPr>
            <p:txBody>
              <a:bodyPr/>
              <a:lstStyle/>
              <a:p>
                <a:r>
                  <a:rPr lang="de-DE" dirty="0"/>
                  <a:t>With </a:t>
                </a:r>
                <a:r>
                  <a:rPr lang="de-DE" dirty="0" err="1"/>
                  <a:t>known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can</a:t>
                </a:r>
                <a:r>
                  <a:rPr lang="de-DE" dirty="0"/>
                  <a:t> </a:t>
                </a:r>
                <a:r>
                  <a:rPr lang="de-DE" dirty="0" err="1"/>
                  <a:t>be</a:t>
                </a:r>
                <a:r>
                  <a:rPr lang="de-DE" dirty="0"/>
                  <a:t> </a:t>
                </a:r>
                <a:r>
                  <a:rPr lang="de-DE" dirty="0" err="1"/>
                  <a:t>determined</a:t>
                </a:r>
                <a:r>
                  <a:rPr lang="de-DE" dirty="0"/>
                  <a:t> </a:t>
                </a:r>
                <a:r>
                  <a:rPr lang="de-DE" dirty="0" err="1"/>
                  <a:t>as</a:t>
                </a:r>
                <a:br>
                  <a:rPr lang="de-DE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de-DE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𝑎𝑡𝑎𝑛</m:t>
                    </m:r>
                    <m:r>
                      <a:rPr lang="de-DE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de-DE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de-DE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𝑎𝑡𝑎𝑛</m:t>
                    </m:r>
                    <m:r>
                      <a:rPr lang="de-DE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de-DE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de-DE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de-DE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de-DE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</m:sSub>
                        <m: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de-DE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sSub>
                              <m:sSubPr>
                                <m:ctrlPr>
                                  <a:rPr lang="de-DE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de-DE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br>
                  <a:rPr lang="de-DE" b="0" dirty="0"/>
                </a:b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de-DE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𝑎𝑡𝑎𝑛</m:t>
                    </m:r>
                    <m:r>
                      <a:rPr lang="de-DE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de-DE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de-DE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de-DE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de-DE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de-DE" i="1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de-DE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de-DE" i="1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de-DE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de-DE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de-DE" i="1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de-DE" i="1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  <m:r>
                          <a:rPr lang="de-DE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sSub>
                              <m:sSubPr>
                                <m:ctrlPr>
                                  <a:rPr lang="de-DE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de-DE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</m:sSub>
                        <m:r>
                          <a:rPr lang="de-DE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de-DE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de-DE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𝑎𝑡𝑎𝑛</m:t>
                    </m:r>
                    <m:r>
                      <a:rPr lang="de-DE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de-DE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DE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de-DE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sSub>
                              <m:sSubPr>
                                <m:ctrlPr>
                                  <a:rPr lang="de-DE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de-DE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</m:sSub>
                        <m:r>
                          <a:rPr lang="de-DE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de-DE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de-DE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sSub>
                              <m:sSubPr>
                                <m:ctrlPr>
                                  <a:rPr lang="de-DE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de-DE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de-DE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</m:sSub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14" name="Inhaltsplatzhalter 13">
                <a:extLst>
                  <a:ext uri="{FF2B5EF4-FFF2-40B4-BE49-F238E27FC236}">
                    <a16:creationId xmlns:a16="http://schemas.microsoft.com/office/drawing/2014/main" id="{D9449C54-05BB-0032-A448-E1D1E7A1A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78369" y="692150"/>
                <a:ext cx="6500827" cy="5653088"/>
              </a:xfrm>
              <a:blipFill>
                <a:blip r:embed="rId3"/>
                <a:stretch>
                  <a:fillRect l="-243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Inhaltsplatzhalter 14">
                <a:extLst>
                  <a:ext uri="{FF2B5EF4-FFF2-40B4-BE49-F238E27FC236}">
                    <a16:creationId xmlns:a16="http://schemas.microsoft.com/office/drawing/2014/main" id="{93E4090C-0430-92EE-10F3-144026EC778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7082267" y="692150"/>
                <a:ext cx="4753539" cy="65824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DE" dirty="0" err="1"/>
                  <a:t>Projection</a:t>
                </a:r>
                <a:r>
                  <a:rPr lang="de-DE" dirty="0"/>
                  <a:t> </a:t>
                </a:r>
                <a:r>
                  <a:rPr lang="de-DE" dirty="0" err="1"/>
                  <a:t>onto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dirty="0"/>
                  <a:t> plane:</a:t>
                </a:r>
              </a:p>
            </p:txBody>
          </p:sp>
        </mc:Choice>
        <mc:Fallback xmlns="">
          <p:sp>
            <p:nvSpPr>
              <p:cNvPr id="15" name="Inhaltsplatzhalter 14">
                <a:extLst>
                  <a:ext uri="{FF2B5EF4-FFF2-40B4-BE49-F238E27FC236}">
                    <a16:creationId xmlns:a16="http://schemas.microsoft.com/office/drawing/2014/main" id="{93E4090C-0430-92EE-10F3-144026EC77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7082267" y="692150"/>
                <a:ext cx="4753539" cy="658243"/>
              </a:xfrm>
              <a:blipFill>
                <a:blip r:embed="rId4"/>
                <a:stretch>
                  <a:fillRect l="-3590" b="-46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97C17F7B-54B8-9EF1-FC40-591F4EFFD5EC}"/>
              </a:ext>
            </a:extLst>
          </p:cNvPr>
          <p:cNvCxnSpPr>
            <a:cxnSpLocks/>
          </p:cNvCxnSpPr>
          <p:nvPr/>
        </p:nvCxnSpPr>
        <p:spPr bwMode="auto">
          <a:xfrm>
            <a:off x="6979568" y="853376"/>
            <a:ext cx="0" cy="525658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E1A0A4AA-076B-AEE9-6C41-1E8194632A2B}"/>
              </a:ext>
            </a:extLst>
          </p:cNvPr>
          <p:cNvSpPr/>
          <p:nvPr/>
        </p:nvSpPr>
        <p:spPr>
          <a:xfrm rot="16200000">
            <a:off x="7208950" y="5064867"/>
            <a:ext cx="1229765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519C25BD-8EA5-7EDE-8250-931D22AE1B66}"/>
              </a:ext>
            </a:extLst>
          </p:cNvPr>
          <p:cNvSpPr/>
          <p:nvPr/>
        </p:nvSpPr>
        <p:spPr>
          <a:xfrm rot="17212412">
            <a:off x="8376017" y="3231400"/>
            <a:ext cx="1544135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CDE69371-93C4-43BF-5219-82DDDFE387CA}"/>
                  </a:ext>
                </a:extLst>
              </p:cNvPr>
              <p:cNvSpPr txBox="1"/>
              <p:nvPr/>
            </p:nvSpPr>
            <p:spPr>
              <a:xfrm>
                <a:off x="7587344" y="4782167"/>
                <a:ext cx="24330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CDE69371-93C4-43BF-5219-82DDDFE38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7344" y="4782167"/>
                <a:ext cx="243307" cy="276999"/>
              </a:xfrm>
              <a:prstGeom prst="rect">
                <a:avLst/>
              </a:prstGeom>
              <a:blipFill>
                <a:blip r:embed="rId5"/>
                <a:stretch>
                  <a:fillRect l="-47500" r="-2500" b="-1521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166EB18F-3FF9-62AB-B972-1A49180AB135}"/>
                  </a:ext>
                </a:extLst>
              </p:cNvPr>
              <p:cNvSpPr txBox="1"/>
              <p:nvPr/>
            </p:nvSpPr>
            <p:spPr>
              <a:xfrm>
                <a:off x="8257449" y="4001863"/>
                <a:ext cx="24330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166EB18F-3FF9-62AB-B972-1A49180AB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449" y="4001863"/>
                <a:ext cx="243307" cy="276999"/>
              </a:xfrm>
              <a:prstGeom prst="rect">
                <a:avLst/>
              </a:prstGeom>
              <a:blipFill>
                <a:blip r:embed="rId6"/>
                <a:stretch>
                  <a:fillRect l="-38462" r="-5128" b="-1521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B8D64E7D-1B0A-85E8-3F3C-0E93F301FBAB}"/>
                  </a:ext>
                </a:extLst>
              </p:cNvPr>
              <p:cNvSpPr txBox="1"/>
              <p:nvPr/>
            </p:nvSpPr>
            <p:spPr>
              <a:xfrm>
                <a:off x="8962099" y="3034970"/>
                <a:ext cx="24330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B8D64E7D-1B0A-85E8-3F3C-0E93F301F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2099" y="3034970"/>
                <a:ext cx="243307" cy="276999"/>
              </a:xfrm>
              <a:prstGeom prst="rect">
                <a:avLst/>
              </a:prstGeom>
              <a:blipFill>
                <a:blip r:embed="rId7"/>
                <a:stretch>
                  <a:fillRect l="-35000" r="-5000" b="-1777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0B8237D9-4DAE-0637-CB73-703774773248}"/>
              </a:ext>
            </a:extLst>
          </p:cNvPr>
          <p:cNvCxnSpPr>
            <a:cxnSpLocks/>
          </p:cNvCxnSpPr>
          <p:nvPr/>
        </p:nvCxnSpPr>
        <p:spPr>
          <a:xfrm>
            <a:off x="7839726" y="2276872"/>
            <a:ext cx="0" cy="2413840"/>
          </a:xfrm>
          <a:prstGeom prst="straightConnector1">
            <a:avLst/>
          </a:prstGeom>
          <a:ln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73EC11CD-DA16-EE12-A37B-E155DB6E53EF}"/>
              </a:ext>
            </a:extLst>
          </p:cNvPr>
          <p:cNvCxnSpPr>
            <a:cxnSpLocks/>
          </p:cNvCxnSpPr>
          <p:nvPr/>
        </p:nvCxnSpPr>
        <p:spPr>
          <a:xfrm flipV="1">
            <a:off x="7840304" y="4686305"/>
            <a:ext cx="2136175" cy="44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DEEA848E-1422-4A05-53A7-48A48A90136F}"/>
                  </a:ext>
                </a:extLst>
              </p:cNvPr>
              <p:cNvSpPr txBox="1"/>
              <p:nvPr/>
            </p:nvSpPr>
            <p:spPr>
              <a:xfrm>
                <a:off x="9295383" y="4642729"/>
                <a:ext cx="178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DEEA848E-1422-4A05-53A7-48A48A901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5383" y="4642729"/>
                <a:ext cx="178189" cy="276999"/>
              </a:xfrm>
              <a:prstGeom prst="rect">
                <a:avLst/>
              </a:prstGeom>
              <a:blipFill>
                <a:blip r:embed="rId8"/>
                <a:stretch>
                  <a:fillRect l="-34483" b="-22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A938796B-C9B1-73A0-B084-566A92D1F832}"/>
                  </a:ext>
                </a:extLst>
              </p:cNvPr>
              <p:cNvSpPr txBox="1"/>
              <p:nvPr/>
            </p:nvSpPr>
            <p:spPr>
              <a:xfrm>
                <a:off x="7559135" y="1999873"/>
                <a:ext cx="2780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A938796B-C9B1-73A0-B084-566A92D1F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135" y="1999873"/>
                <a:ext cx="278025" cy="276999"/>
              </a:xfrm>
              <a:prstGeom prst="rect">
                <a:avLst/>
              </a:prstGeom>
              <a:blipFill>
                <a:blip r:embed="rId9"/>
                <a:stretch>
                  <a:fillRect l="-21739" b="-1521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FB4BA79B-997A-D3C4-96CF-A5D8B7E621C2}"/>
              </a:ext>
            </a:extLst>
          </p:cNvPr>
          <p:cNvGrpSpPr/>
          <p:nvPr/>
        </p:nvGrpSpPr>
        <p:grpSpPr>
          <a:xfrm rot="18033073">
            <a:off x="9381403" y="2305818"/>
            <a:ext cx="1544135" cy="665312"/>
            <a:chOff x="9209443" y="3779713"/>
            <a:chExt cx="1544135" cy="665312"/>
          </a:xfrm>
        </p:grpSpPr>
        <p:sp>
          <p:nvSpPr>
            <p:cNvPr id="3" name="Rechteck: abgerundete Ecken 2">
              <a:extLst>
                <a:ext uri="{FF2B5EF4-FFF2-40B4-BE49-F238E27FC236}">
                  <a16:creationId xmlns:a16="http://schemas.microsoft.com/office/drawing/2014/main" id="{72F87653-BDB5-2B30-D815-38484A3E3FCE}"/>
                </a:ext>
              </a:extLst>
            </p:cNvPr>
            <p:cNvSpPr/>
            <p:nvPr/>
          </p:nvSpPr>
          <p:spPr>
            <a:xfrm rot="2533368">
              <a:off x="9209443" y="3779713"/>
              <a:ext cx="1544135" cy="233325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Rechteck: abgerundete Ecken 4">
              <a:extLst>
                <a:ext uri="{FF2B5EF4-FFF2-40B4-BE49-F238E27FC236}">
                  <a16:creationId xmlns:a16="http://schemas.microsoft.com/office/drawing/2014/main" id="{B4380286-D030-6D66-2964-E2795D6682FB}"/>
                </a:ext>
              </a:extLst>
            </p:cNvPr>
            <p:cNvSpPr/>
            <p:nvPr/>
          </p:nvSpPr>
          <p:spPr>
            <a:xfrm rot="2616156">
              <a:off x="10122542" y="4129890"/>
              <a:ext cx="494677" cy="233325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8A55FFC4-F251-7DB7-BEA9-3E81C52A3A7E}"/>
                </a:ext>
              </a:extLst>
            </p:cNvPr>
            <p:cNvSpPr/>
            <p:nvPr/>
          </p:nvSpPr>
          <p:spPr>
            <a:xfrm>
              <a:off x="10507536" y="4382805"/>
              <a:ext cx="62220" cy="622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813CB91D-73ED-B9EE-1EF2-C36B2AF82189}"/>
              </a:ext>
            </a:extLst>
          </p:cNvPr>
          <p:cNvCxnSpPr>
            <a:cxnSpLocks/>
          </p:cNvCxnSpPr>
          <p:nvPr/>
        </p:nvCxnSpPr>
        <p:spPr>
          <a:xfrm flipV="1">
            <a:off x="7840988" y="5645615"/>
            <a:ext cx="431415" cy="15079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2FD321B7-C116-BBFF-8E01-4F899CF6D226}"/>
              </a:ext>
            </a:extLst>
          </p:cNvPr>
          <p:cNvCxnSpPr>
            <a:cxnSpLocks/>
          </p:cNvCxnSpPr>
          <p:nvPr/>
        </p:nvCxnSpPr>
        <p:spPr>
          <a:xfrm flipV="1">
            <a:off x="7840988" y="5329762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3E67BBB1-B9A7-B60C-3BB9-1E00E10743EB}"/>
              </a:ext>
            </a:extLst>
          </p:cNvPr>
          <p:cNvCxnSpPr>
            <a:cxnSpLocks/>
            <a:stCxn id="11" idx="3"/>
          </p:cNvCxnSpPr>
          <p:nvPr/>
        </p:nvCxnSpPr>
        <p:spPr>
          <a:xfrm flipH="1" flipV="1">
            <a:off x="7840987" y="5796412"/>
            <a:ext cx="103838" cy="344953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7CCADB40-223F-7478-50A8-1ED29E2E73A0}"/>
                  </a:ext>
                </a:extLst>
              </p:cNvPr>
              <p:cNvSpPr txBox="1"/>
              <p:nvPr/>
            </p:nvSpPr>
            <p:spPr>
              <a:xfrm>
                <a:off x="7707169" y="6021678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7CCADB40-223F-7478-50A8-1ED29E2E73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7169" y="6021678"/>
                <a:ext cx="237656" cy="239373"/>
              </a:xfrm>
              <a:prstGeom prst="rect">
                <a:avLst/>
              </a:prstGeom>
              <a:blipFill>
                <a:blip r:embed="rId10"/>
                <a:stretch>
                  <a:fillRect l="-35897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B8B861DA-3B96-54B0-DDC6-9FCBDF88FEDC}"/>
                  </a:ext>
                </a:extLst>
              </p:cNvPr>
              <p:cNvSpPr txBox="1"/>
              <p:nvPr/>
            </p:nvSpPr>
            <p:spPr>
              <a:xfrm>
                <a:off x="8303514" y="5507027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B8B861DA-3B96-54B0-DDC6-9FCBDF88F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3514" y="5507027"/>
                <a:ext cx="237656" cy="239373"/>
              </a:xfrm>
              <a:prstGeom prst="rect">
                <a:avLst/>
              </a:prstGeom>
              <a:blipFill>
                <a:blip r:embed="rId11"/>
                <a:stretch>
                  <a:fillRect l="-46154" r="-5128" b="-4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0D8851CB-4441-634E-4AFE-90ABF9FFDC43}"/>
                  </a:ext>
                </a:extLst>
              </p:cNvPr>
              <p:cNvSpPr txBox="1"/>
              <p:nvPr/>
            </p:nvSpPr>
            <p:spPr>
              <a:xfrm>
                <a:off x="7628870" y="5113962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0D8851CB-4441-634E-4AFE-90ABF9FFD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8870" y="5113962"/>
                <a:ext cx="225022" cy="239373"/>
              </a:xfrm>
              <a:prstGeom prst="rect">
                <a:avLst/>
              </a:prstGeom>
              <a:blipFill>
                <a:blip r:embed="rId12"/>
                <a:stretch>
                  <a:fillRect l="-37838" r="-2703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Bogen 15">
            <a:extLst>
              <a:ext uri="{FF2B5EF4-FFF2-40B4-BE49-F238E27FC236}">
                <a16:creationId xmlns:a16="http://schemas.microsoft.com/office/drawing/2014/main" id="{F3854787-9A6A-EE79-38E2-C379B6727690}"/>
              </a:ext>
            </a:extLst>
          </p:cNvPr>
          <p:cNvSpPr/>
          <p:nvPr/>
        </p:nvSpPr>
        <p:spPr>
          <a:xfrm>
            <a:off x="7673892" y="5587209"/>
            <a:ext cx="360000" cy="360000"/>
          </a:xfrm>
          <a:prstGeom prst="arc">
            <a:avLst>
              <a:gd name="adj1" fmla="val 20916604"/>
              <a:gd name="adj2" fmla="val 4713489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6CC8740-7734-3D3E-D46F-99DDBA5812ED}"/>
              </a:ext>
            </a:extLst>
          </p:cNvPr>
          <p:cNvSpPr/>
          <p:nvPr/>
        </p:nvSpPr>
        <p:spPr>
          <a:xfrm>
            <a:off x="7809877" y="5765302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351EC8C4-93C4-3DFE-4CA3-F3E89AD0823E}"/>
                  </a:ext>
                </a:extLst>
              </p:cNvPr>
              <p:cNvSpPr txBox="1"/>
              <p:nvPr/>
            </p:nvSpPr>
            <p:spPr>
              <a:xfrm>
                <a:off x="8048882" y="5827522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351EC8C4-93C4-3DFE-4CA3-F3E89AD08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8882" y="5827522"/>
                <a:ext cx="237656" cy="239373"/>
              </a:xfrm>
              <a:prstGeom prst="rect">
                <a:avLst/>
              </a:prstGeom>
              <a:blipFill>
                <a:blip r:embed="rId13"/>
                <a:stretch>
                  <a:fillRect l="-43590" r="-2564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49DE8E5B-D331-3B95-4E93-ACA163223C74}"/>
                  </a:ext>
                </a:extLst>
              </p:cNvPr>
              <p:cNvSpPr txBox="1"/>
              <p:nvPr/>
            </p:nvSpPr>
            <p:spPr>
              <a:xfrm>
                <a:off x="8408601" y="4356882"/>
                <a:ext cx="24330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49DE8E5B-D331-3B95-4E93-ACA163223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8601" y="4356882"/>
                <a:ext cx="243307" cy="276999"/>
              </a:xfrm>
              <a:prstGeom prst="rect">
                <a:avLst/>
              </a:prstGeom>
              <a:blipFill>
                <a:blip r:embed="rId15"/>
                <a:stretch>
                  <a:fillRect l="-42500" r="-2500" b="-1777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0F0EE710-681C-1FD1-6DCE-AE518D54795E}"/>
              </a:ext>
            </a:extLst>
          </p:cNvPr>
          <p:cNvCxnSpPr>
            <a:cxnSpLocks/>
          </p:cNvCxnSpPr>
          <p:nvPr/>
        </p:nvCxnSpPr>
        <p:spPr bwMode="auto">
          <a:xfrm flipH="1">
            <a:off x="7837076" y="3974700"/>
            <a:ext cx="1125023" cy="7143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7C2A25CF-7BB5-47AB-1093-ED84CE3C561E}"/>
              </a:ext>
            </a:extLst>
          </p:cNvPr>
          <p:cNvCxnSpPr>
            <a:cxnSpLocks/>
          </p:cNvCxnSpPr>
          <p:nvPr/>
        </p:nvCxnSpPr>
        <p:spPr bwMode="auto">
          <a:xfrm flipH="1">
            <a:off x="8962099" y="2717105"/>
            <a:ext cx="377537" cy="125338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Gerader Verbinder 92">
            <a:extLst>
              <a:ext uri="{FF2B5EF4-FFF2-40B4-BE49-F238E27FC236}">
                <a16:creationId xmlns:a16="http://schemas.microsoft.com/office/drawing/2014/main" id="{8A829C60-8FF1-ADE9-3DCD-759710366F9F}"/>
              </a:ext>
            </a:extLst>
          </p:cNvPr>
          <p:cNvCxnSpPr>
            <a:cxnSpLocks/>
          </p:cNvCxnSpPr>
          <p:nvPr/>
        </p:nvCxnSpPr>
        <p:spPr bwMode="auto">
          <a:xfrm flipH="1">
            <a:off x="8959052" y="3667180"/>
            <a:ext cx="499984" cy="31017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1C6CBD66-257D-6FEF-6F61-A814ED5320A5}"/>
                  </a:ext>
                </a:extLst>
              </p:cNvPr>
              <p:cNvSpPr txBox="1"/>
              <p:nvPr/>
            </p:nvSpPr>
            <p:spPr>
              <a:xfrm>
                <a:off x="9405749" y="3255514"/>
                <a:ext cx="24330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1C6CBD66-257D-6FEF-6F61-A814ED532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5749" y="3255514"/>
                <a:ext cx="243307" cy="276999"/>
              </a:xfrm>
              <a:prstGeom prst="rect">
                <a:avLst/>
              </a:prstGeom>
              <a:blipFill>
                <a:blip r:embed="rId16"/>
                <a:stretch>
                  <a:fillRect l="-45000" r="-2500" b="-1777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Gerader Verbinder 95">
            <a:extLst>
              <a:ext uri="{FF2B5EF4-FFF2-40B4-BE49-F238E27FC236}">
                <a16:creationId xmlns:a16="http://schemas.microsoft.com/office/drawing/2014/main" id="{50B18F09-0434-D24B-64EB-BB6A2150F6BC}"/>
              </a:ext>
            </a:extLst>
          </p:cNvPr>
          <p:cNvCxnSpPr>
            <a:cxnSpLocks/>
            <a:endCxn id="17" idx="0"/>
          </p:cNvCxnSpPr>
          <p:nvPr/>
        </p:nvCxnSpPr>
        <p:spPr bwMode="auto">
          <a:xfrm>
            <a:off x="7837742" y="4710157"/>
            <a:ext cx="3245" cy="105514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03" name="Gerader Verbinder 102">
            <a:extLst>
              <a:ext uri="{FF2B5EF4-FFF2-40B4-BE49-F238E27FC236}">
                <a16:creationId xmlns:a16="http://schemas.microsoft.com/office/drawing/2014/main" id="{6EC148A2-AB33-A2CB-265C-58549647575A}"/>
              </a:ext>
            </a:extLst>
          </p:cNvPr>
          <p:cNvCxnSpPr>
            <a:cxnSpLocks/>
          </p:cNvCxnSpPr>
          <p:nvPr/>
        </p:nvCxnSpPr>
        <p:spPr bwMode="auto">
          <a:xfrm flipH="1">
            <a:off x="9339636" y="2730055"/>
            <a:ext cx="6814" cy="199508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07" name="Gerader Verbinder 106">
            <a:extLst>
              <a:ext uri="{FF2B5EF4-FFF2-40B4-BE49-F238E27FC236}">
                <a16:creationId xmlns:a16="http://schemas.microsoft.com/office/drawing/2014/main" id="{6A5E99CE-16C8-77AE-ECB5-6A91D0D22669}"/>
              </a:ext>
            </a:extLst>
          </p:cNvPr>
          <p:cNvCxnSpPr>
            <a:cxnSpLocks/>
          </p:cNvCxnSpPr>
          <p:nvPr/>
        </p:nvCxnSpPr>
        <p:spPr bwMode="auto">
          <a:xfrm flipH="1">
            <a:off x="7849974" y="2729070"/>
            <a:ext cx="149306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feld 108">
                <a:extLst>
                  <a:ext uri="{FF2B5EF4-FFF2-40B4-BE49-F238E27FC236}">
                    <a16:creationId xmlns:a16="http://schemas.microsoft.com/office/drawing/2014/main" id="{1F4A573F-79F0-73C2-512B-A3487145FFC2}"/>
                  </a:ext>
                </a:extLst>
              </p:cNvPr>
              <p:cNvSpPr txBox="1"/>
              <p:nvPr/>
            </p:nvSpPr>
            <p:spPr>
              <a:xfrm>
                <a:off x="7623583" y="2559928"/>
                <a:ext cx="178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09" name="Textfeld 108">
                <a:extLst>
                  <a:ext uri="{FF2B5EF4-FFF2-40B4-BE49-F238E27FC236}">
                    <a16:creationId xmlns:a16="http://schemas.microsoft.com/office/drawing/2014/main" id="{1F4A573F-79F0-73C2-512B-A3487145F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583" y="2559928"/>
                <a:ext cx="178189" cy="276999"/>
              </a:xfrm>
              <a:prstGeom prst="rect">
                <a:avLst/>
              </a:prstGeom>
              <a:blipFill>
                <a:blip r:embed="rId17"/>
                <a:stretch>
                  <a:fillRect l="-37931" b="-22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0" name="Gerader Verbinder 109">
            <a:extLst>
              <a:ext uri="{FF2B5EF4-FFF2-40B4-BE49-F238E27FC236}">
                <a16:creationId xmlns:a16="http://schemas.microsoft.com/office/drawing/2014/main" id="{812E6078-9D7C-42E2-A697-95B15CE2F935}"/>
              </a:ext>
            </a:extLst>
          </p:cNvPr>
          <p:cNvCxnSpPr>
            <a:cxnSpLocks/>
            <a:stCxn id="4" idx="1"/>
          </p:cNvCxnSpPr>
          <p:nvPr/>
        </p:nvCxnSpPr>
        <p:spPr bwMode="auto">
          <a:xfrm flipH="1">
            <a:off x="9341611" y="2319723"/>
            <a:ext cx="1324614" cy="40934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A0F15444-2262-98D8-FFBC-FE0E57389673}"/>
              </a:ext>
            </a:extLst>
          </p:cNvPr>
          <p:cNvCxnSpPr>
            <a:cxnSpLocks/>
          </p:cNvCxnSpPr>
          <p:nvPr/>
        </p:nvCxnSpPr>
        <p:spPr bwMode="auto">
          <a:xfrm flipV="1">
            <a:off x="7830915" y="2723423"/>
            <a:ext cx="1515535" cy="196611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1083387C-584D-6AC2-2FE0-BDCB44A2A839}"/>
              </a:ext>
            </a:extLst>
          </p:cNvPr>
          <p:cNvCxnSpPr>
            <a:cxnSpLocks/>
          </p:cNvCxnSpPr>
          <p:nvPr/>
        </p:nvCxnSpPr>
        <p:spPr bwMode="auto">
          <a:xfrm flipV="1">
            <a:off x="9339636" y="2728402"/>
            <a:ext cx="0" cy="196499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462E5605-1635-7F31-5064-86DA1F2D7D7B}"/>
              </a:ext>
            </a:extLst>
          </p:cNvPr>
          <p:cNvCxnSpPr>
            <a:cxnSpLocks/>
          </p:cNvCxnSpPr>
          <p:nvPr/>
        </p:nvCxnSpPr>
        <p:spPr bwMode="auto">
          <a:xfrm flipH="1">
            <a:off x="7841545" y="4693400"/>
            <a:ext cx="1504905" cy="15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61FAD4E8-4CCD-2CC3-A78C-BC93B292CFC3}"/>
              </a:ext>
            </a:extLst>
          </p:cNvPr>
          <p:cNvCxnSpPr>
            <a:cxnSpLocks/>
          </p:cNvCxnSpPr>
          <p:nvPr/>
        </p:nvCxnSpPr>
        <p:spPr bwMode="auto">
          <a:xfrm flipV="1">
            <a:off x="7842253" y="3459092"/>
            <a:ext cx="1937253" cy="122721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867E4252-8B2B-0124-730F-622D6D37547F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9346450" y="2725648"/>
            <a:ext cx="438710" cy="74361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B9708CA9-5F44-9751-BF17-861A7BB4B074}"/>
              </a:ext>
            </a:extLst>
          </p:cNvPr>
          <p:cNvCxnSpPr>
            <a:cxnSpLocks/>
          </p:cNvCxnSpPr>
          <p:nvPr/>
        </p:nvCxnSpPr>
        <p:spPr bwMode="auto">
          <a:xfrm flipV="1">
            <a:off x="7830915" y="2728880"/>
            <a:ext cx="1515535" cy="195674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50" name="Bogen 49">
            <a:extLst>
              <a:ext uri="{FF2B5EF4-FFF2-40B4-BE49-F238E27FC236}">
                <a16:creationId xmlns:a16="http://schemas.microsoft.com/office/drawing/2014/main" id="{F64B08CC-6CA8-3CE5-99CE-A235B29D698C}"/>
              </a:ext>
            </a:extLst>
          </p:cNvPr>
          <p:cNvSpPr/>
          <p:nvPr/>
        </p:nvSpPr>
        <p:spPr bwMode="auto">
          <a:xfrm>
            <a:off x="7470894" y="4339815"/>
            <a:ext cx="720000" cy="720000"/>
          </a:xfrm>
          <a:prstGeom prst="arc">
            <a:avLst>
              <a:gd name="adj1" fmla="val 18481102"/>
              <a:gd name="adj2" fmla="val 46352"/>
            </a:avLst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5483FD78-1972-EC57-88DB-939C24E085ED}"/>
                  </a:ext>
                </a:extLst>
              </p:cNvPr>
              <p:cNvSpPr txBox="1"/>
              <p:nvPr/>
            </p:nvSpPr>
            <p:spPr>
              <a:xfrm>
                <a:off x="2495600" y="6407150"/>
                <a:ext cx="33123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de-DE" sz="1000" dirty="0"/>
                  <a:t>Note: w.r.t </a:t>
                </a:r>
                <a:r>
                  <a:rPr lang="de-DE" sz="1000" dirty="0" err="1"/>
                  <a:t>Spong</a:t>
                </a:r>
                <a:r>
                  <a:rPr lang="de-DE" sz="1000" dirty="0"/>
                  <a:t>, </a:t>
                </a:r>
                <a:r>
                  <a:rPr lang="de-DE" sz="1000" dirty="0" err="1"/>
                  <a:t>the</a:t>
                </a:r>
                <a:r>
                  <a:rPr lang="de-DE" sz="1000" dirty="0"/>
                  <a:t> </a:t>
                </a:r>
                <a:r>
                  <a:rPr lang="de-DE" sz="1000" dirty="0" err="1"/>
                  <a:t>signum</a:t>
                </a:r>
                <a:r>
                  <a:rPr lang="de-DE" sz="1000" dirty="0"/>
                  <a:t> </a:t>
                </a:r>
                <a:r>
                  <a:rPr lang="de-DE" sz="1000" dirty="0" err="1"/>
                  <a:t>for</a:t>
                </a:r>
                <a:r>
                  <a:rPr lang="de-DE" sz="1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1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1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sz="1000" dirty="0"/>
                  <a:t> </a:t>
                </a:r>
                <a:r>
                  <a:rPr lang="de-DE" sz="1000" dirty="0" err="1"/>
                  <a:t>is</a:t>
                </a:r>
                <a:r>
                  <a:rPr lang="de-DE" sz="1000" dirty="0"/>
                  <a:t> </a:t>
                </a:r>
                <a:r>
                  <a:rPr lang="de-DE" sz="1000" dirty="0" err="1"/>
                  <a:t>inverted</a:t>
                </a:r>
                <a:r>
                  <a:rPr lang="de-DE" sz="1000" dirty="0"/>
                  <a:t> due </a:t>
                </a:r>
                <a:r>
                  <a:rPr lang="de-DE" sz="1000" dirty="0" err="1"/>
                  <a:t>to</a:t>
                </a:r>
                <a:r>
                  <a:rPr lang="de-DE" sz="1000" dirty="0"/>
                  <a:t> </a:t>
                </a:r>
                <a:r>
                  <a:rPr lang="de-DE" sz="1000" dirty="0" err="1"/>
                  <a:t>the</a:t>
                </a:r>
                <a:r>
                  <a:rPr lang="de-DE" sz="1000" dirty="0"/>
                  <a:t> </a:t>
                </a:r>
                <a:r>
                  <a:rPr lang="de-DE" sz="1000" dirty="0" err="1"/>
                  <a:t>orientation</a:t>
                </a:r>
                <a:r>
                  <a:rPr lang="de-DE" sz="1000" dirty="0"/>
                  <a:t> </a:t>
                </a:r>
                <a:r>
                  <a:rPr lang="de-DE" sz="1000" dirty="0" err="1"/>
                  <a:t>of</a:t>
                </a:r>
                <a:r>
                  <a:rPr lang="de-DE" sz="1000" dirty="0"/>
                  <a:t> </a:t>
                </a:r>
                <a:r>
                  <a:rPr lang="de-DE" sz="1000" dirty="0" err="1"/>
                  <a:t>the</a:t>
                </a:r>
                <a:r>
                  <a:rPr lang="de-DE" sz="1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1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sz="1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sz="1000" dirty="0"/>
                  <a:t> axes! </a:t>
                </a:r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5483FD78-1972-EC57-88DB-939C24E08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600" y="6407150"/>
                <a:ext cx="3312368" cy="400110"/>
              </a:xfrm>
              <a:prstGeom prst="rect">
                <a:avLst/>
              </a:prstGeom>
              <a:blipFill>
                <a:blip r:embed="rId18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8DB57593-FD38-66D5-9DD5-6E86AECB81DB}"/>
                  </a:ext>
                </a:extLst>
              </p:cNvPr>
              <p:cNvSpPr txBox="1"/>
              <p:nvPr/>
            </p:nvSpPr>
            <p:spPr>
              <a:xfrm>
                <a:off x="9775445" y="2122422"/>
                <a:ext cx="3045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8DB57593-FD38-66D5-9DD5-6E86AECB8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5445" y="2122422"/>
                <a:ext cx="304507" cy="276999"/>
              </a:xfrm>
              <a:prstGeom prst="rect">
                <a:avLst/>
              </a:prstGeom>
              <a:blipFill>
                <a:blip r:embed="rId19"/>
                <a:stretch>
                  <a:fillRect l="-30000" b="-1521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7997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1D103-D42A-CCD2-6E7D-8EF74A1BD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Bogen 50">
            <a:extLst>
              <a:ext uri="{FF2B5EF4-FFF2-40B4-BE49-F238E27FC236}">
                <a16:creationId xmlns:a16="http://schemas.microsoft.com/office/drawing/2014/main" id="{B75281F9-E0AB-C546-0C12-AE4E6FB95033}"/>
              </a:ext>
            </a:extLst>
          </p:cNvPr>
          <p:cNvSpPr/>
          <p:nvPr/>
        </p:nvSpPr>
        <p:spPr bwMode="auto">
          <a:xfrm>
            <a:off x="7387075" y="4237522"/>
            <a:ext cx="900000" cy="900000"/>
          </a:xfrm>
          <a:prstGeom prst="arc">
            <a:avLst>
              <a:gd name="adj1" fmla="val 18481102"/>
              <a:gd name="adj2" fmla="val 46352"/>
            </a:avLst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Bogen 26">
            <a:extLst>
              <a:ext uri="{FF2B5EF4-FFF2-40B4-BE49-F238E27FC236}">
                <a16:creationId xmlns:a16="http://schemas.microsoft.com/office/drawing/2014/main" id="{C79983DF-125F-28EC-DD07-37689B8651D1}"/>
              </a:ext>
            </a:extLst>
          </p:cNvPr>
          <p:cNvSpPr/>
          <p:nvPr/>
        </p:nvSpPr>
        <p:spPr bwMode="auto">
          <a:xfrm>
            <a:off x="7282462" y="4146305"/>
            <a:ext cx="1080000" cy="1080000"/>
          </a:xfrm>
          <a:prstGeom prst="arc">
            <a:avLst>
              <a:gd name="adj1" fmla="val 19715878"/>
              <a:gd name="adj2" fmla="val 46352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2" name="Bogen 91">
            <a:extLst>
              <a:ext uri="{FF2B5EF4-FFF2-40B4-BE49-F238E27FC236}">
                <a16:creationId xmlns:a16="http://schemas.microsoft.com/office/drawing/2014/main" id="{268350A7-CF11-FA86-8189-72B9DA10C836}"/>
              </a:ext>
            </a:extLst>
          </p:cNvPr>
          <p:cNvSpPr/>
          <p:nvPr/>
        </p:nvSpPr>
        <p:spPr bwMode="auto">
          <a:xfrm>
            <a:off x="8419052" y="3441713"/>
            <a:ext cx="1080000" cy="1080000"/>
          </a:xfrm>
          <a:prstGeom prst="arc">
            <a:avLst>
              <a:gd name="adj1" fmla="val 17220510"/>
              <a:gd name="adj2" fmla="val 19690946"/>
            </a:avLst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A9FB4D61-1FAA-21F3-58DF-B83C0CFF72FB}"/>
              </a:ext>
            </a:extLst>
          </p:cNvPr>
          <p:cNvSpPr/>
          <p:nvPr/>
        </p:nvSpPr>
        <p:spPr>
          <a:xfrm rot="19698847">
            <a:off x="7603484" y="4214810"/>
            <a:ext cx="155210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32BC6C5-E031-5C46-F09E-DD773943A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Inverse </a:t>
            </a:r>
            <a:r>
              <a:rPr lang="de-DE" dirty="0" err="1"/>
              <a:t>position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Inhaltsplatzhalter 13">
                <a:extLst>
                  <a:ext uri="{FF2B5EF4-FFF2-40B4-BE49-F238E27FC236}">
                    <a16:creationId xmlns:a16="http://schemas.microsoft.com/office/drawing/2014/main" id="{0F1AC4F0-5A9D-B3D2-F280-456CCFA0D58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78369" y="692150"/>
                <a:ext cx="6500827" cy="565308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de-DE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de-DE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𝑎𝑡𝑎𝑛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2(</m:t>
                              </m:r>
                              <m:sSubSup>
                                <m:sSub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de-DE" dirty="0"/>
                                <m:t> </m:t>
                              </m:r>
                            </m:e>
                            <m:e>
                              <m:r>
                                <a:rPr lang="de-DE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de-DE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𝑎𝑡𝑎𝑛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2(</m:t>
                              </m:r>
                              <m:sSubSup>
                                <m:sSub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de-DE" dirty="0"/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de-DE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𝑎𝑡𝑎𝑛</m:t>
                    </m:r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2(±</m:t>
                    </m:r>
                    <m:rad>
                      <m:radPr>
                        <m:degHide m:val="on"/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rad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, </a:t>
                </a:r>
              </a:p>
              <a:p>
                <a:pPr marL="0" indent="0">
                  <a:buNone/>
                </a:pPr>
                <a:r>
                  <a:rPr lang="de-DE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sSub>
                              <m:sSubPr>
                                <m:ctrlPr>
                                  <a:rPr lang="de-DE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de-DE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  <m:sup>
                            <m: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sSub>
                              <m:sSubPr>
                                <m:ctrlPr>
                                  <a:rPr lang="de-DE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de-DE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  <m:sup>
                            <m: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de-DE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de-DE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de-DE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de-DE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de-DE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de-DE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de-DE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de-DE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de-DE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2 </m:t>
                        </m:r>
                        <m:sSub>
                          <m:sSubPr>
                            <m:ctrlP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DE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endParaRPr lang="de-DE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𝑎𝑡𝑎𝑛</m:t>
                      </m:r>
                      <m:r>
                        <a:rPr lang="de-DE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𝑎𝑡𝑎𝑛</m:t>
                      </m:r>
                      <m:r>
                        <a:rPr lang="de-DE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de-D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de-D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sub>
                          </m:sSub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de-D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de-D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lang="de-D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Inhaltsplatzhalter 13">
                <a:extLst>
                  <a:ext uri="{FF2B5EF4-FFF2-40B4-BE49-F238E27FC236}">
                    <a16:creationId xmlns:a16="http://schemas.microsoft.com/office/drawing/2014/main" id="{0F1AC4F0-5A9D-B3D2-F280-456CCFA0D5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78369" y="692150"/>
                <a:ext cx="6500827" cy="5653088"/>
              </a:xfrm>
              <a:blipFill>
                <a:blip r:embed="rId2"/>
                <a:stretch>
                  <a:fillRect l="-15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Inhaltsplatzhalter 14">
                <a:extLst>
                  <a:ext uri="{FF2B5EF4-FFF2-40B4-BE49-F238E27FC236}">
                    <a16:creationId xmlns:a16="http://schemas.microsoft.com/office/drawing/2014/main" id="{083C9A90-0656-E792-1670-F50AEB82B7B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7082267" y="692150"/>
                <a:ext cx="4753539" cy="65824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de-DE" dirty="0" err="1"/>
                  <a:t>Projection</a:t>
                </a:r>
                <a:r>
                  <a:rPr lang="de-DE" dirty="0"/>
                  <a:t> </a:t>
                </a:r>
                <a:r>
                  <a:rPr lang="de-DE" dirty="0" err="1"/>
                  <a:t>onto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dirty="0"/>
                  <a:t> plane:</a:t>
                </a:r>
              </a:p>
            </p:txBody>
          </p:sp>
        </mc:Choice>
        <mc:Fallback xmlns="">
          <p:sp>
            <p:nvSpPr>
              <p:cNvPr id="15" name="Inhaltsplatzhalter 14">
                <a:extLst>
                  <a:ext uri="{FF2B5EF4-FFF2-40B4-BE49-F238E27FC236}">
                    <a16:creationId xmlns:a16="http://schemas.microsoft.com/office/drawing/2014/main" id="{083C9A90-0656-E792-1670-F50AEB82B7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7082267" y="692150"/>
                <a:ext cx="4753539" cy="658243"/>
              </a:xfrm>
              <a:blipFill>
                <a:blip r:embed="rId4"/>
                <a:stretch>
                  <a:fillRect l="-3590" b="-46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07C46A48-03BC-608B-C43D-3630F299106D}"/>
              </a:ext>
            </a:extLst>
          </p:cNvPr>
          <p:cNvCxnSpPr>
            <a:cxnSpLocks/>
          </p:cNvCxnSpPr>
          <p:nvPr/>
        </p:nvCxnSpPr>
        <p:spPr bwMode="auto">
          <a:xfrm>
            <a:off x="6979568" y="853376"/>
            <a:ext cx="0" cy="525658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FCD28EC2-5765-197F-7C49-44C55DCF8DE9}"/>
              </a:ext>
            </a:extLst>
          </p:cNvPr>
          <p:cNvSpPr/>
          <p:nvPr/>
        </p:nvSpPr>
        <p:spPr>
          <a:xfrm rot="16200000">
            <a:off x="7208950" y="5064867"/>
            <a:ext cx="1229765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FB63812D-1C5B-6CCE-D120-D63FA518C6C2}"/>
              </a:ext>
            </a:extLst>
          </p:cNvPr>
          <p:cNvSpPr/>
          <p:nvPr/>
        </p:nvSpPr>
        <p:spPr>
          <a:xfrm rot="17212412">
            <a:off x="8376017" y="3231400"/>
            <a:ext cx="1544135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84448F9F-BFF9-B4DA-9DC9-C96876BEEF73}"/>
                  </a:ext>
                </a:extLst>
              </p:cNvPr>
              <p:cNvSpPr txBox="1"/>
              <p:nvPr/>
            </p:nvSpPr>
            <p:spPr>
              <a:xfrm>
                <a:off x="8257449" y="4001863"/>
                <a:ext cx="24330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84448F9F-BFF9-B4DA-9DC9-C96876BEE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449" y="4001863"/>
                <a:ext cx="243307" cy="276999"/>
              </a:xfrm>
              <a:prstGeom prst="rect">
                <a:avLst/>
              </a:prstGeom>
              <a:blipFill>
                <a:blip r:embed="rId5"/>
                <a:stretch>
                  <a:fillRect l="-38462" r="-5128" b="-1521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B95AEA71-9E40-E5E1-1966-06C7726E75C7}"/>
                  </a:ext>
                </a:extLst>
              </p:cNvPr>
              <p:cNvSpPr txBox="1"/>
              <p:nvPr/>
            </p:nvSpPr>
            <p:spPr>
              <a:xfrm>
                <a:off x="8962099" y="3034970"/>
                <a:ext cx="24330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B95AEA71-9E40-E5E1-1966-06C7726E7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2099" y="3034970"/>
                <a:ext cx="243307" cy="276999"/>
              </a:xfrm>
              <a:prstGeom prst="rect">
                <a:avLst/>
              </a:prstGeom>
              <a:blipFill>
                <a:blip r:embed="rId6"/>
                <a:stretch>
                  <a:fillRect l="-35000" r="-5000" b="-1777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DC4E567C-FB58-C990-C92D-BE8ACDD047A3}"/>
              </a:ext>
            </a:extLst>
          </p:cNvPr>
          <p:cNvCxnSpPr>
            <a:cxnSpLocks/>
          </p:cNvCxnSpPr>
          <p:nvPr/>
        </p:nvCxnSpPr>
        <p:spPr>
          <a:xfrm>
            <a:off x="7839726" y="2276872"/>
            <a:ext cx="0" cy="2413840"/>
          </a:xfrm>
          <a:prstGeom prst="straightConnector1">
            <a:avLst/>
          </a:prstGeom>
          <a:ln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5CF75944-C07D-2F2F-F1C8-F3BA07A6CB4E}"/>
              </a:ext>
            </a:extLst>
          </p:cNvPr>
          <p:cNvCxnSpPr>
            <a:cxnSpLocks/>
          </p:cNvCxnSpPr>
          <p:nvPr/>
        </p:nvCxnSpPr>
        <p:spPr>
          <a:xfrm flipV="1">
            <a:off x="7840304" y="4686305"/>
            <a:ext cx="2136175" cy="44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B7E562FB-2235-AD13-E0A0-DFA7A38F1EAE}"/>
                  </a:ext>
                </a:extLst>
              </p:cNvPr>
              <p:cNvSpPr txBox="1"/>
              <p:nvPr/>
            </p:nvSpPr>
            <p:spPr>
              <a:xfrm>
                <a:off x="9295383" y="4642729"/>
                <a:ext cx="178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B7E562FB-2235-AD13-E0A0-DFA7A38F1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5383" y="4642729"/>
                <a:ext cx="178189" cy="276999"/>
              </a:xfrm>
              <a:prstGeom prst="rect">
                <a:avLst/>
              </a:prstGeom>
              <a:blipFill>
                <a:blip r:embed="rId7"/>
                <a:stretch>
                  <a:fillRect l="-34483" b="-22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F1BD9C89-84AC-B635-74E4-B49109ACE5FA}"/>
                  </a:ext>
                </a:extLst>
              </p:cNvPr>
              <p:cNvSpPr txBox="1"/>
              <p:nvPr/>
            </p:nvSpPr>
            <p:spPr>
              <a:xfrm>
                <a:off x="7559135" y="1999873"/>
                <a:ext cx="2780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F1BD9C89-84AC-B635-74E4-B49109ACE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135" y="1999873"/>
                <a:ext cx="278025" cy="276999"/>
              </a:xfrm>
              <a:prstGeom prst="rect">
                <a:avLst/>
              </a:prstGeom>
              <a:blipFill>
                <a:blip r:embed="rId8"/>
                <a:stretch>
                  <a:fillRect l="-21739" b="-1521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F05BC08E-8EAC-C276-527C-AF3E323BDE32}"/>
              </a:ext>
            </a:extLst>
          </p:cNvPr>
          <p:cNvGrpSpPr/>
          <p:nvPr/>
        </p:nvGrpSpPr>
        <p:grpSpPr>
          <a:xfrm rot="18033073">
            <a:off x="9381403" y="2305818"/>
            <a:ext cx="1544135" cy="665312"/>
            <a:chOff x="9209443" y="3779713"/>
            <a:chExt cx="1544135" cy="665312"/>
          </a:xfrm>
        </p:grpSpPr>
        <p:sp>
          <p:nvSpPr>
            <p:cNvPr id="3" name="Rechteck: abgerundete Ecken 2">
              <a:extLst>
                <a:ext uri="{FF2B5EF4-FFF2-40B4-BE49-F238E27FC236}">
                  <a16:creationId xmlns:a16="http://schemas.microsoft.com/office/drawing/2014/main" id="{A35349EF-DB10-75EA-13CA-44CD80E8A909}"/>
                </a:ext>
              </a:extLst>
            </p:cNvPr>
            <p:cNvSpPr/>
            <p:nvPr/>
          </p:nvSpPr>
          <p:spPr>
            <a:xfrm rot="2533368">
              <a:off x="9209443" y="3779713"/>
              <a:ext cx="1544135" cy="233325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Rechteck: abgerundete Ecken 4">
              <a:extLst>
                <a:ext uri="{FF2B5EF4-FFF2-40B4-BE49-F238E27FC236}">
                  <a16:creationId xmlns:a16="http://schemas.microsoft.com/office/drawing/2014/main" id="{5340835C-EAB9-971B-46DA-915B69DCB7DF}"/>
                </a:ext>
              </a:extLst>
            </p:cNvPr>
            <p:cNvSpPr/>
            <p:nvPr/>
          </p:nvSpPr>
          <p:spPr>
            <a:xfrm rot="2616156">
              <a:off x="10122542" y="4129890"/>
              <a:ext cx="494677" cy="233325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1F1A2995-B412-BA16-31BD-1475979E315A}"/>
                </a:ext>
              </a:extLst>
            </p:cNvPr>
            <p:cNvSpPr/>
            <p:nvPr/>
          </p:nvSpPr>
          <p:spPr>
            <a:xfrm>
              <a:off x="10507536" y="4382805"/>
              <a:ext cx="62220" cy="622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71939F7C-2095-B739-B5A9-66E2AE7CB6B6}"/>
              </a:ext>
            </a:extLst>
          </p:cNvPr>
          <p:cNvCxnSpPr>
            <a:cxnSpLocks/>
          </p:cNvCxnSpPr>
          <p:nvPr/>
        </p:nvCxnSpPr>
        <p:spPr>
          <a:xfrm flipV="1">
            <a:off x="7840988" y="5645615"/>
            <a:ext cx="431415" cy="15079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F0EF192E-41F1-842D-6E1F-C8CC27BAE86B}"/>
              </a:ext>
            </a:extLst>
          </p:cNvPr>
          <p:cNvCxnSpPr>
            <a:cxnSpLocks/>
          </p:cNvCxnSpPr>
          <p:nvPr/>
        </p:nvCxnSpPr>
        <p:spPr>
          <a:xfrm flipV="1">
            <a:off x="7840988" y="5329762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B9D2A9BF-CD63-ED8E-43F2-9E7E5FCAAB52}"/>
              </a:ext>
            </a:extLst>
          </p:cNvPr>
          <p:cNvCxnSpPr>
            <a:cxnSpLocks/>
            <a:stCxn id="11" idx="3"/>
          </p:cNvCxnSpPr>
          <p:nvPr/>
        </p:nvCxnSpPr>
        <p:spPr>
          <a:xfrm flipH="1" flipV="1">
            <a:off x="7840987" y="5796412"/>
            <a:ext cx="103838" cy="344953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1D8E09DD-88F1-E396-B9E1-FF8B6195AB3A}"/>
                  </a:ext>
                </a:extLst>
              </p:cNvPr>
              <p:cNvSpPr txBox="1"/>
              <p:nvPr/>
            </p:nvSpPr>
            <p:spPr>
              <a:xfrm>
                <a:off x="7707169" y="6021678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1D8E09DD-88F1-E396-B9E1-FF8B6195A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7169" y="6021678"/>
                <a:ext cx="237656" cy="239373"/>
              </a:xfrm>
              <a:prstGeom prst="rect">
                <a:avLst/>
              </a:prstGeom>
              <a:blipFill>
                <a:blip r:embed="rId9"/>
                <a:stretch>
                  <a:fillRect l="-35897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5A99729C-0DD2-7395-D20E-FD60AD2B79E1}"/>
                  </a:ext>
                </a:extLst>
              </p:cNvPr>
              <p:cNvSpPr txBox="1"/>
              <p:nvPr/>
            </p:nvSpPr>
            <p:spPr>
              <a:xfrm>
                <a:off x="8303514" y="5507027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5A99729C-0DD2-7395-D20E-FD60AD2B7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3514" y="5507027"/>
                <a:ext cx="237656" cy="239373"/>
              </a:xfrm>
              <a:prstGeom prst="rect">
                <a:avLst/>
              </a:prstGeom>
              <a:blipFill>
                <a:blip r:embed="rId10"/>
                <a:stretch>
                  <a:fillRect l="-46154" r="-5128" b="-4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86C7632D-5F58-C772-8E73-4EAAF7EEB765}"/>
                  </a:ext>
                </a:extLst>
              </p:cNvPr>
              <p:cNvSpPr txBox="1"/>
              <p:nvPr/>
            </p:nvSpPr>
            <p:spPr>
              <a:xfrm>
                <a:off x="7628870" y="5113962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86C7632D-5F58-C772-8E73-4EAAF7EEB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8870" y="5113962"/>
                <a:ext cx="225022" cy="239373"/>
              </a:xfrm>
              <a:prstGeom prst="rect">
                <a:avLst/>
              </a:prstGeom>
              <a:blipFill>
                <a:blip r:embed="rId11"/>
                <a:stretch>
                  <a:fillRect l="-37838" r="-2703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Bogen 15">
            <a:extLst>
              <a:ext uri="{FF2B5EF4-FFF2-40B4-BE49-F238E27FC236}">
                <a16:creationId xmlns:a16="http://schemas.microsoft.com/office/drawing/2014/main" id="{78E0C09A-0F11-6EC7-9DAB-42E7B603B340}"/>
              </a:ext>
            </a:extLst>
          </p:cNvPr>
          <p:cNvSpPr/>
          <p:nvPr/>
        </p:nvSpPr>
        <p:spPr>
          <a:xfrm>
            <a:off x="7673892" y="5587209"/>
            <a:ext cx="360000" cy="360000"/>
          </a:xfrm>
          <a:prstGeom prst="arc">
            <a:avLst>
              <a:gd name="adj1" fmla="val 20916604"/>
              <a:gd name="adj2" fmla="val 4713489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D769B392-A0AA-8DE4-2058-D4364C0779D0}"/>
              </a:ext>
            </a:extLst>
          </p:cNvPr>
          <p:cNvSpPr/>
          <p:nvPr/>
        </p:nvSpPr>
        <p:spPr>
          <a:xfrm>
            <a:off x="7809877" y="5765302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79D305EA-AEDE-01AA-32A1-517A76FB14A8}"/>
                  </a:ext>
                </a:extLst>
              </p:cNvPr>
              <p:cNvSpPr txBox="1"/>
              <p:nvPr/>
            </p:nvSpPr>
            <p:spPr>
              <a:xfrm>
                <a:off x="8048882" y="5827522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79D305EA-AEDE-01AA-32A1-517A76FB1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8882" y="5827522"/>
                <a:ext cx="237656" cy="239373"/>
              </a:xfrm>
              <a:prstGeom prst="rect">
                <a:avLst/>
              </a:prstGeom>
              <a:blipFill>
                <a:blip r:embed="rId12"/>
                <a:stretch>
                  <a:fillRect l="-43590" r="-2564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79571F74-75AC-8640-B616-6E7D38CD64ED}"/>
                  </a:ext>
                </a:extLst>
              </p:cNvPr>
              <p:cNvSpPr txBox="1"/>
              <p:nvPr/>
            </p:nvSpPr>
            <p:spPr>
              <a:xfrm>
                <a:off x="8408601" y="4356882"/>
                <a:ext cx="24330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79571F74-75AC-8640-B616-6E7D38CD6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8601" y="4356882"/>
                <a:ext cx="243307" cy="276999"/>
              </a:xfrm>
              <a:prstGeom prst="rect">
                <a:avLst/>
              </a:prstGeom>
              <a:blipFill>
                <a:blip r:embed="rId14"/>
                <a:stretch>
                  <a:fillRect l="-42500" r="-2500" b="-1777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E61AD39E-FFDB-45F6-C936-C378653E15E9}"/>
              </a:ext>
            </a:extLst>
          </p:cNvPr>
          <p:cNvCxnSpPr>
            <a:cxnSpLocks/>
          </p:cNvCxnSpPr>
          <p:nvPr/>
        </p:nvCxnSpPr>
        <p:spPr bwMode="auto">
          <a:xfrm flipH="1">
            <a:off x="7837076" y="3974700"/>
            <a:ext cx="1125023" cy="7143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DE0C8E42-698A-0C67-FAE6-C41E2B0B12CD}"/>
              </a:ext>
            </a:extLst>
          </p:cNvPr>
          <p:cNvCxnSpPr>
            <a:cxnSpLocks/>
          </p:cNvCxnSpPr>
          <p:nvPr/>
        </p:nvCxnSpPr>
        <p:spPr bwMode="auto">
          <a:xfrm flipH="1">
            <a:off x="8962099" y="2717105"/>
            <a:ext cx="377537" cy="125338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Gerader Verbinder 92">
            <a:extLst>
              <a:ext uri="{FF2B5EF4-FFF2-40B4-BE49-F238E27FC236}">
                <a16:creationId xmlns:a16="http://schemas.microsoft.com/office/drawing/2014/main" id="{1471801E-4A71-045D-13F3-E13DD7C21A5D}"/>
              </a:ext>
            </a:extLst>
          </p:cNvPr>
          <p:cNvCxnSpPr>
            <a:cxnSpLocks/>
          </p:cNvCxnSpPr>
          <p:nvPr/>
        </p:nvCxnSpPr>
        <p:spPr bwMode="auto">
          <a:xfrm flipH="1">
            <a:off x="8959052" y="3667180"/>
            <a:ext cx="499984" cy="31017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ECB04E70-1FAD-06A9-3161-DC78E9415965}"/>
                  </a:ext>
                </a:extLst>
              </p:cNvPr>
              <p:cNvSpPr txBox="1"/>
              <p:nvPr/>
            </p:nvSpPr>
            <p:spPr>
              <a:xfrm>
                <a:off x="9405749" y="3255514"/>
                <a:ext cx="24330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ECB04E70-1FAD-06A9-3161-DC78E9415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5749" y="3255514"/>
                <a:ext cx="243307" cy="276999"/>
              </a:xfrm>
              <a:prstGeom prst="rect">
                <a:avLst/>
              </a:prstGeom>
              <a:blipFill>
                <a:blip r:embed="rId15"/>
                <a:stretch>
                  <a:fillRect l="-45000" r="-2500" b="-1777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6" name="Gerader Verbinder 95">
            <a:extLst>
              <a:ext uri="{FF2B5EF4-FFF2-40B4-BE49-F238E27FC236}">
                <a16:creationId xmlns:a16="http://schemas.microsoft.com/office/drawing/2014/main" id="{2E2F4A22-0199-0A1B-750F-CAFE1F517CDF}"/>
              </a:ext>
            </a:extLst>
          </p:cNvPr>
          <p:cNvCxnSpPr>
            <a:cxnSpLocks/>
            <a:endCxn id="17" idx="0"/>
          </p:cNvCxnSpPr>
          <p:nvPr/>
        </p:nvCxnSpPr>
        <p:spPr bwMode="auto">
          <a:xfrm>
            <a:off x="7837742" y="4710157"/>
            <a:ext cx="3245" cy="105514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03" name="Gerader Verbinder 102">
            <a:extLst>
              <a:ext uri="{FF2B5EF4-FFF2-40B4-BE49-F238E27FC236}">
                <a16:creationId xmlns:a16="http://schemas.microsoft.com/office/drawing/2014/main" id="{3D545015-2CFE-CCCE-261B-F920CCD4C71A}"/>
              </a:ext>
            </a:extLst>
          </p:cNvPr>
          <p:cNvCxnSpPr>
            <a:cxnSpLocks/>
          </p:cNvCxnSpPr>
          <p:nvPr/>
        </p:nvCxnSpPr>
        <p:spPr bwMode="auto">
          <a:xfrm flipH="1">
            <a:off x="9339636" y="2730055"/>
            <a:ext cx="6814" cy="199508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07" name="Gerader Verbinder 106">
            <a:extLst>
              <a:ext uri="{FF2B5EF4-FFF2-40B4-BE49-F238E27FC236}">
                <a16:creationId xmlns:a16="http://schemas.microsoft.com/office/drawing/2014/main" id="{C0BBA0D5-7BF9-3CDB-012D-F7EE30E0798D}"/>
              </a:ext>
            </a:extLst>
          </p:cNvPr>
          <p:cNvCxnSpPr>
            <a:cxnSpLocks/>
          </p:cNvCxnSpPr>
          <p:nvPr/>
        </p:nvCxnSpPr>
        <p:spPr bwMode="auto">
          <a:xfrm flipH="1">
            <a:off x="7849974" y="2729070"/>
            <a:ext cx="149306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feld 108">
                <a:extLst>
                  <a:ext uri="{FF2B5EF4-FFF2-40B4-BE49-F238E27FC236}">
                    <a16:creationId xmlns:a16="http://schemas.microsoft.com/office/drawing/2014/main" id="{24C4BF46-7104-2E84-2F9D-C1C6E44EBB82}"/>
                  </a:ext>
                </a:extLst>
              </p:cNvPr>
              <p:cNvSpPr txBox="1"/>
              <p:nvPr/>
            </p:nvSpPr>
            <p:spPr>
              <a:xfrm>
                <a:off x="7623583" y="2559928"/>
                <a:ext cx="178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109" name="Textfeld 108">
                <a:extLst>
                  <a:ext uri="{FF2B5EF4-FFF2-40B4-BE49-F238E27FC236}">
                    <a16:creationId xmlns:a16="http://schemas.microsoft.com/office/drawing/2014/main" id="{24C4BF46-7104-2E84-2F9D-C1C6E44EB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3583" y="2559928"/>
                <a:ext cx="178189" cy="276999"/>
              </a:xfrm>
              <a:prstGeom prst="rect">
                <a:avLst/>
              </a:prstGeom>
              <a:blipFill>
                <a:blip r:embed="rId16"/>
                <a:stretch>
                  <a:fillRect l="-37931" b="-222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0" name="Gerader Verbinder 109">
            <a:extLst>
              <a:ext uri="{FF2B5EF4-FFF2-40B4-BE49-F238E27FC236}">
                <a16:creationId xmlns:a16="http://schemas.microsoft.com/office/drawing/2014/main" id="{1E20C252-84CE-DF1B-5F9C-94326E3D7C98}"/>
              </a:ext>
            </a:extLst>
          </p:cNvPr>
          <p:cNvCxnSpPr>
            <a:cxnSpLocks/>
            <a:stCxn id="4" idx="1"/>
          </p:cNvCxnSpPr>
          <p:nvPr/>
        </p:nvCxnSpPr>
        <p:spPr bwMode="auto">
          <a:xfrm flipH="1">
            <a:off x="9341611" y="2319723"/>
            <a:ext cx="1324614" cy="40934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FE924209-463F-0C97-1766-087CF30CE2C5}"/>
              </a:ext>
            </a:extLst>
          </p:cNvPr>
          <p:cNvCxnSpPr>
            <a:cxnSpLocks/>
          </p:cNvCxnSpPr>
          <p:nvPr/>
        </p:nvCxnSpPr>
        <p:spPr bwMode="auto">
          <a:xfrm flipV="1">
            <a:off x="7830915" y="2723423"/>
            <a:ext cx="1515535" cy="196611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189EB48C-4B80-6B2C-43F1-772E0ADB8E5B}"/>
              </a:ext>
            </a:extLst>
          </p:cNvPr>
          <p:cNvCxnSpPr>
            <a:cxnSpLocks/>
          </p:cNvCxnSpPr>
          <p:nvPr/>
        </p:nvCxnSpPr>
        <p:spPr bwMode="auto">
          <a:xfrm flipV="1">
            <a:off x="9339636" y="2728402"/>
            <a:ext cx="0" cy="196499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03A661F6-D84E-A60F-3962-463523C43895}"/>
              </a:ext>
            </a:extLst>
          </p:cNvPr>
          <p:cNvCxnSpPr>
            <a:cxnSpLocks/>
          </p:cNvCxnSpPr>
          <p:nvPr/>
        </p:nvCxnSpPr>
        <p:spPr bwMode="auto">
          <a:xfrm flipH="1">
            <a:off x="7841545" y="4693400"/>
            <a:ext cx="1504905" cy="15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5B46A03C-1FD9-4548-6BDE-40957440AB5C}"/>
              </a:ext>
            </a:extLst>
          </p:cNvPr>
          <p:cNvCxnSpPr>
            <a:cxnSpLocks/>
          </p:cNvCxnSpPr>
          <p:nvPr/>
        </p:nvCxnSpPr>
        <p:spPr bwMode="auto">
          <a:xfrm flipV="1">
            <a:off x="7842253" y="3459092"/>
            <a:ext cx="1937253" cy="122721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7C0926D2-03E4-6967-2F28-F7992CF915AE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9346450" y="2725648"/>
            <a:ext cx="438710" cy="74361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E5149DC0-A6D9-51FB-F473-6B0D84E661EB}"/>
              </a:ext>
            </a:extLst>
          </p:cNvPr>
          <p:cNvCxnSpPr>
            <a:cxnSpLocks/>
          </p:cNvCxnSpPr>
          <p:nvPr/>
        </p:nvCxnSpPr>
        <p:spPr bwMode="auto">
          <a:xfrm flipV="1">
            <a:off x="7830915" y="2728880"/>
            <a:ext cx="1515535" cy="195674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B0F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50" name="Bogen 49">
            <a:extLst>
              <a:ext uri="{FF2B5EF4-FFF2-40B4-BE49-F238E27FC236}">
                <a16:creationId xmlns:a16="http://schemas.microsoft.com/office/drawing/2014/main" id="{281F4712-6203-1E94-373A-674E05D559AB}"/>
              </a:ext>
            </a:extLst>
          </p:cNvPr>
          <p:cNvSpPr/>
          <p:nvPr/>
        </p:nvSpPr>
        <p:spPr bwMode="auto">
          <a:xfrm>
            <a:off x="7470894" y="4339815"/>
            <a:ext cx="720000" cy="720000"/>
          </a:xfrm>
          <a:prstGeom prst="arc">
            <a:avLst>
              <a:gd name="adj1" fmla="val 18481102"/>
              <a:gd name="adj2" fmla="val 46352"/>
            </a:avLst>
          </a:prstGeom>
          <a:solidFill>
            <a:srgbClr val="FFC000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2BC9121-24FB-BB46-220A-399E89E4960B}"/>
                  </a:ext>
                </a:extLst>
              </p:cNvPr>
              <p:cNvSpPr txBox="1"/>
              <p:nvPr/>
            </p:nvSpPr>
            <p:spPr>
              <a:xfrm>
                <a:off x="7587344" y="4782167"/>
                <a:ext cx="24330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2BC9121-24FB-BB46-220A-399E89E49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7344" y="4782167"/>
                <a:ext cx="243307" cy="276999"/>
              </a:xfrm>
              <a:prstGeom prst="rect">
                <a:avLst/>
              </a:prstGeom>
              <a:blipFill>
                <a:blip r:embed="rId17"/>
                <a:stretch>
                  <a:fillRect l="-47500" r="-2500" b="-1521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13EFBD6D-9D36-BFC6-0953-62E3A4DDA189}"/>
                  </a:ext>
                </a:extLst>
              </p:cNvPr>
              <p:cNvSpPr txBox="1"/>
              <p:nvPr/>
            </p:nvSpPr>
            <p:spPr>
              <a:xfrm>
                <a:off x="2495600" y="6407150"/>
                <a:ext cx="33123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de-DE" sz="1000" dirty="0"/>
                  <a:t>Note: w.r.t </a:t>
                </a:r>
                <a:r>
                  <a:rPr lang="de-DE" sz="1000" dirty="0" err="1"/>
                  <a:t>Spong</a:t>
                </a:r>
                <a:r>
                  <a:rPr lang="de-DE" sz="1000" dirty="0"/>
                  <a:t>, </a:t>
                </a:r>
                <a:r>
                  <a:rPr lang="de-DE" sz="1000" dirty="0" err="1"/>
                  <a:t>the</a:t>
                </a:r>
                <a:r>
                  <a:rPr lang="de-DE" sz="1000" dirty="0"/>
                  <a:t> </a:t>
                </a:r>
                <a:r>
                  <a:rPr lang="de-DE" sz="1000" dirty="0" err="1"/>
                  <a:t>signum</a:t>
                </a:r>
                <a:r>
                  <a:rPr lang="de-DE" sz="1000" dirty="0"/>
                  <a:t> </a:t>
                </a:r>
                <a:r>
                  <a:rPr lang="de-DE" sz="1000" dirty="0" err="1"/>
                  <a:t>for</a:t>
                </a:r>
                <a:r>
                  <a:rPr lang="de-DE" sz="1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1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1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sz="1000" dirty="0"/>
                  <a:t> </a:t>
                </a:r>
                <a:r>
                  <a:rPr lang="de-DE" sz="1000" dirty="0" err="1"/>
                  <a:t>is</a:t>
                </a:r>
                <a:r>
                  <a:rPr lang="de-DE" sz="1000" dirty="0"/>
                  <a:t> </a:t>
                </a:r>
                <a:r>
                  <a:rPr lang="de-DE" sz="1000" dirty="0" err="1"/>
                  <a:t>inverted</a:t>
                </a:r>
                <a:r>
                  <a:rPr lang="de-DE" sz="1000" dirty="0"/>
                  <a:t> due </a:t>
                </a:r>
                <a:r>
                  <a:rPr lang="de-DE" sz="1000" dirty="0" err="1"/>
                  <a:t>to</a:t>
                </a:r>
                <a:r>
                  <a:rPr lang="de-DE" sz="1000" dirty="0"/>
                  <a:t> </a:t>
                </a:r>
                <a:r>
                  <a:rPr lang="de-DE" sz="1000" dirty="0" err="1"/>
                  <a:t>the</a:t>
                </a:r>
                <a:r>
                  <a:rPr lang="de-DE" sz="1000" dirty="0"/>
                  <a:t> </a:t>
                </a:r>
                <a:r>
                  <a:rPr lang="de-DE" sz="1000" dirty="0" err="1"/>
                  <a:t>orientation</a:t>
                </a:r>
                <a:r>
                  <a:rPr lang="de-DE" sz="1000" dirty="0"/>
                  <a:t> </a:t>
                </a:r>
                <a:r>
                  <a:rPr lang="de-DE" sz="1000" dirty="0" err="1"/>
                  <a:t>of</a:t>
                </a:r>
                <a:r>
                  <a:rPr lang="de-DE" sz="1000" dirty="0"/>
                  <a:t> </a:t>
                </a:r>
                <a:r>
                  <a:rPr lang="de-DE" sz="1000" dirty="0" err="1"/>
                  <a:t>the</a:t>
                </a:r>
                <a:r>
                  <a:rPr lang="de-DE" sz="1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1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sz="10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sz="1000" dirty="0"/>
                  <a:t> axes! </a:t>
                </a: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13EFBD6D-9D36-BFC6-0953-62E3A4DDA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600" y="6407150"/>
                <a:ext cx="3312368" cy="400110"/>
              </a:xfrm>
              <a:prstGeom prst="rect">
                <a:avLst/>
              </a:prstGeom>
              <a:blipFill>
                <a:blip r:embed="rId18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119F5D26-7185-A88C-34AF-7D9794ABFCB4}"/>
                  </a:ext>
                </a:extLst>
              </p:cNvPr>
              <p:cNvSpPr txBox="1"/>
              <p:nvPr/>
            </p:nvSpPr>
            <p:spPr>
              <a:xfrm>
                <a:off x="9775445" y="2122422"/>
                <a:ext cx="3045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119F5D26-7185-A88C-34AF-7D9794ABF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5445" y="2122422"/>
                <a:ext cx="304507" cy="276999"/>
              </a:xfrm>
              <a:prstGeom prst="rect">
                <a:avLst/>
              </a:prstGeom>
              <a:blipFill>
                <a:blip r:embed="rId19"/>
                <a:stretch>
                  <a:fillRect l="-30000" b="-1521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3442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8B1F2-B79D-4EF9-61F3-2955273F1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hteck 36">
            <a:extLst>
              <a:ext uri="{FF2B5EF4-FFF2-40B4-BE49-F238E27FC236}">
                <a16:creationId xmlns:a16="http://schemas.microsoft.com/office/drawing/2014/main" id="{4065E5AD-D685-1E52-A8B2-D613C56EE6D1}"/>
              </a:ext>
            </a:extLst>
          </p:cNvPr>
          <p:cNvSpPr/>
          <p:nvPr/>
        </p:nvSpPr>
        <p:spPr bwMode="auto">
          <a:xfrm>
            <a:off x="10614328" y="4779046"/>
            <a:ext cx="738256" cy="828493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49750374-1546-FC3B-20FF-D3A9488D9187}"/>
              </a:ext>
            </a:extLst>
          </p:cNvPr>
          <p:cNvSpPr/>
          <p:nvPr/>
        </p:nvSpPr>
        <p:spPr bwMode="auto">
          <a:xfrm>
            <a:off x="8256240" y="4779047"/>
            <a:ext cx="2304256" cy="82849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CB632B8-3439-A29F-E2C6-C66ABC1D2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Inverse Orientation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Inhaltsplatzhalter 13">
                <a:extLst>
                  <a:ext uri="{FF2B5EF4-FFF2-40B4-BE49-F238E27FC236}">
                    <a16:creationId xmlns:a16="http://schemas.microsoft.com/office/drawing/2014/main" id="{836753F7-6134-53E4-D48D-81F55AA5E51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78369" y="692150"/>
                <a:ext cx="6501198" cy="5653088"/>
              </a:xfrm>
            </p:spPr>
            <p:txBody>
              <a:bodyPr/>
              <a:lstStyle/>
              <a:p>
                <a:r>
                  <a:rPr lang="de-DE" dirty="0">
                    <a:solidFill>
                      <a:schemeClr val="tx1"/>
                    </a:solidFill>
                  </a:rPr>
                  <a:t>With </a:t>
                </a:r>
                <a:r>
                  <a:rPr lang="de-DE" dirty="0" err="1">
                    <a:solidFill>
                      <a:schemeClr val="tx1"/>
                    </a:solidFill>
                  </a:rPr>
                  <a:t>known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and </a:t>
                </a:r>
                <a:r>
                  <a:rPr lang="de-DE" dirty="0" err="1">
                    <a:solidFill>
                      <a:schemeClr val="tx1"/>
                    </a:solidFill>
                  </a:rPr>
                  <a:t>the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identified</a:t>
                </a:r>
                <a:r>
                  <a:rPr lang="de-DE" dirty="0">
                    <a:solidFill>
                      <a:schemeClr val="tx1"/>
                    </a:solidFill>
                  </a:rPr>
                  <a:t> DH </a:t>
                </a:r>
                <a:r>
                  <a:rPr lang="de-DE" dirty="0" err="1">
                    <a:solidFill>
                      <a:schemeClr val="tx1"/>
                    </a:solidFill>
                  </a:rPr>
                  <a:t>parameters</a:t>
                </a:r>
                <a:r>
                  <a:rPr lang="de-DE" dirty="0">
                    <a:solidFill>
                      <a:schemeClr val="tx1"/>
                    </a:solidFill>
                  </a:rPr>
                  <a:t>, </a:t>
                </a:r>
                <a:r>
                  <a:rPr lang="de-DE" dirty="0" err="1">
                    <a:solidFill>
                      <a:schemeClr val="tx1"/>
                    </a:solidFill>
                  </a:rPr>
                  <a:t>the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rotation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matrix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for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can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be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written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as</a:t>
                </a:r>
                <a:br>
                  <a:rPr lang="de-DE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DE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br>
                  <a:rPr lang="de-DE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de-DE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de-DE" dirty="0">
                  <a:solidFill>
                    <a:schemeClr val="tx1"/>
                  </a:solidFill>
                </a:endParaRPr>
              </a:p>
              <a:p>
                <a:r>
                  <a:rPr lang="de-DE" dirty="0" err="1"/>
                  <a:t>Using</a:t>
                </a:r>
                <a:r>
                  <a:rPr lang="de-DE" dirty="0"/>
                  <a:t> </a:t>
                </a:r>
                <a:r>
                  <a:rPr lang="de-DE" dirty="0" err="1"/>
                  <a:t>trigonometric</a:t>
                </a:r>
                <a:r>
                  <a:rPr lang="de-DE" dirty="0"/>
                  <a:t> </a:t>
                </a:r>
                <a:r>
                  <a:rPr lang="de-DE" dirty="0" err="1"/>
                  <a:t>identities</a:t>
                </a:r>
                <a:r>
                  <a:rPr lang="de-DE" dirty="0"/>
                  <a:t> </a:t>
                </a:r>
                <a:r>
                  <a:rPr lang="de-DE" dirty="0" err="1"/>
                  <a:t>this</a:t>
                </a:r>
                <a:r>
                  <a:rPr lang="de-DE" dirty="0"/>
                  <a:t> </a:t>
                </a:r>
                <a:r>
                  <a:rPr lang="de-DE" dirty="0" err="1"/>
                  <a:t>can</a:t>
                </a:r>
                <a:r>
                  <a:rPr lang="de-DE" dirty="0"/>
                  <a:t> </a:t>
                </a:r>
                <a:r>
                  <a:rPr lang="de-DE" dirty="0" err="1"/>
                  <a:t>be</a:t>
                </a:r>
                <a:r>
                  <a:rPr lang="de-DE" dirty="0"/>
                  <a:t> </a:t>
                </a:r>
                <a:r>
                  <a:rPr lang="de-DE" dirty="0" err="1"/>
                  <a:t>transformed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br>
                  <a:rPr lang="de-DE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where</a:t>
                </a:r>
                <a:br>
                  <a:rPr lang="de-DE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de-DE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de-DE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de-DE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>
                  <a:solidFill>
                    <a:schemeClr val="tx1"/>
                  </a:solidFill>
                </a:endParaRPr>
              </a:p>
              <a:p>
                <a:endParaRPr lang="de-D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Inhaltsplatzhalter 13">
                <a:extLst>
                  <a:ext uri="{FF2B5EF4-FFF2-40B4-BE49-F238E27FC236}">
                    <a16:creationId xmlns:a16="http://schemas.microsoft.com/office/drawing/2014/main" id="{836753F7-6134-53E4-D48D-81F55AA5E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78369" y="692150"/>
                <a:ext cx="6501198" cy="5653088"/>
              </a:xfrm>
              <a:blipFill>
                <a:blip r:embed="rId2"/>
                <a:stretch>
                  <a:fillRect l="-243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81D64689-E4BB-FEBF-9900-739B54A168FA}"/>
              </a:ext>
            </a:extLst>
          </p:cNvPr>
          <p:cNvCxnSpPr>
            <a:cxnSpLocks/>
          </p:cNvCxnSpPr>
          <p:nvPr/>
        </p:nvCxnSpPr>
        <p:spPr bwMode="auto">
          <a:xfrm>
            <a:off x="6979568" y="853376"/>
            <a:ext cx="0" cy="525658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2937749F-D725-815D-9696-7DF0321250A8}"/>
                  </a:ext>
                </a:extLst>
              </p:cNvPr>
              <p:cNvSpPr txBox="1"/>
              <p:nvPr/>
            </p:nvSpPr>
            <p:spPr>
              <a:xfrm>
                <a:off x="2495600" y="6407150"/>
                <a:ext cx="33123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de-DE" sz="1000" dirty="0">
                    <a:solidFill>
                      <a:srgbClr val="FF0000"/>
                    </a:solidFill>
                  </a:rPr>
                  <a:t>Note: w.r.t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Spong</a:t>
                </a:r>
                <a:r>
                  <a:rPr lang="de-DE" sz="1000" dirty="0">
                    <a:solidFill>
                      <a:srgbClr val="FF0000"/>
                    </a:solidFill>
                  </a:rPr>
                  <a:t>,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the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signum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for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1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1000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is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inverted</a:t>
                </a:r>
                <a:r>
                  <a:rPr lang="de-DE" sz="1000" dirty="0">
                    <a:solidFill>
                      <a:srgbClr val="FF0000"/>
                    </a:solidFill>
                  </a:rPr>
                  <a:t> due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to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the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orientation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of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the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sz="1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1000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sz="1000" dirty="0">
                    <a:solidFill>
                      <a:srgbClr val="FF0000"/>
                    </a:solidFill>
                  </a:rPr>
                  <a:t> axes! </a:t>
                </a: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2937749F-D725-815D-9696-7DF032125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600" y="6407150"/>
                <a:ext cx="3312368" cy="400110"/>
              </a:xfrm>
              <a:prstGeom prst="rect">
                <a:avLst/>
              </a:prstGeom>
              <a:blipFill>
                <a:blip r:embed="rId16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elle 21">
                <a:extLst>
                  <a:ext uri="{FF2B5EF4-FFF2-40B4-BE49-F238E27FC236}">
                    <a16:creationId xmlns:a16="http://schemas.microsoft.com/office/drawing/2014/main" id="{4F6886C5-2489-6F59-8A76-52367DF638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481580"/>
                  </p:ext>
                </p:extLst>
              </p:nvPr>
            </p:nvGraphicFramePr>
            <p:xfrm>
              <a:off x="7248128" y="853376"/>
              <a:ext cx="4734353" cy="33962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8959">
                      <a:extLst>
                        <a:ext uri="{9D8B030D-6E8A-4147-A177-3AD203B41FA5}">
                          <a16:colId xmlns:a16="http://schemas.microsoft.com/office/drawing/2014/main" val="3675868330"/>
                        </a:ext>
                      </a:extLst>
                    </a:gridCol>
                    <a:gridCol w="1445074">
                      <a:extLst>
                        <a:ext uri="{9D8B030D-6E8A-4147-A177-3AD203B41FA5}">
                          <a16:colId xmlns:a16="http://schemas.microsoft.com/office/drawing/2014/main" val="992856329"/>
                        </a:ext>
                      </a:extLst>
                    </a:gridCol>
                    <a:gridCol w="1008112">
                      <a:extLst>
                        <a:ext uri="{9D8B030D-6E8A-4147-A177-3AD203B41FA5}">
                          <a16:colId xmlns:a16="http://schemas.microsoft.com/office/drawing/2014/main" val="999199911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1345978594"/>
                        </a:ext>
                      </a:extLst>
                    </a:gridCol>
                    <a:gridCol w="1008112">
                      <a:extLst>
                        <a:ext uri="{9D8B030D-6E8A-4147-A177-3AD203B41FA5}">
                          <a16:colId xmlns:a16="http://schemas.microsoft.com/office/drawing/2014/main" val="3770552525"/>
                        </a:ext>
                      </a:extLst>
                    </a:gridCol>
                  </a:tblGrid>
                  <a:tr h="39334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de-DE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de-DE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de-DE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𝒓𝒂𝒅</m:t>
                              </m:r>
                              <m:r>
                                <a:rPr lang="de-DE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de-DE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𝜶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𝒓𝒂𝒅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88016"/>
                      </a:ext>
                    </a:extLst>
                  </a:tr>
                  <a:tr h="59136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0.0563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8360605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−1.435+</m:t>
                                </m:r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0.109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6751895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−0.029+</m:t>
                                </m:r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0.101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569118"/>
                      </a:ext>
                    </a:extLst>
                  </a:tr>
                  <a:tr h="59136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de-DE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de-DE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94680846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8290415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de-DE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 algn="l"/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0.114</m:t>
                                </m:r>
                              </m:oMath>
                            </m:oMathPara>
                          </a14:m>
                          <a:endParaRPr lang="de-D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6411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elle 21">
                <a:extLst>
                  <a:ext uri="{FF2B5EF4-FFF2-40B4-BE49-F238E27FC236}">
                    <a16:creationId xmlns:a16="http://schemas.microsoft.com/office/drawing/2014/main" id="{4F6886C5-2489-6F59-8A76-52367DF638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481580"/>
                  </p:ext>
                </p:extLst>
              </p:nvPr>
            </p:nvGraphicFramePr>
            <p:xfrm>
              <a:off x="7248128" y="853376"/>
              <a:ext cx="4734353" cy="33962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8959">
                      <a:extLst>
                        <a:ext uri="{9D8B030D-6E8A-4147-A177-3AD203B41FA5}">
                          <a16:colId xmlns:a16="http://schemas.microsoft.com/office/drawing/2014/main" val="3675868330"/>
                        </a:ext>
                      </a:extLst>
                    </a:gridCol>
                    <a:gridCol w="1445074">
                      <a:extLst>
                        <a:ext uri="{9D8B030D-6E8A-4147-A177-3AD203B41FA5}">
                          <a16:colId xmlns:a16="http://schemas.microsoft.com/office/drawing/2014/main" val="992856329"/>
                        </a:ext>
                      </a:extLst>
                    </a:gridCol>
                    <a:gridCol w="1008112">
                      <a:extLst>
                        <a:ext uri="{9D8B030D-6E8A-4147-A177-3AD203B41FA5}">
                          <a16:colId xmlns:a16="http://schemas.microsoft.com/office/drawing/2014/main" val="999199911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1345978594"/>
                        </a:ext>
                      </a:extLst>
                    </a:gridCol>
                    <a:gridCol w="1008112">
                      <a:extLst>
                        <a:ext uri="{9D8B030D-6E8A-4147-A177-3AD203B41FA5}">
                          <a16:colId xmlns:a16="http://schemas.microsoft.com/office/drawing/2014/main" val="3770552525"/>
                        </a:ext>
                      </a:extLst>
                    </a:gridCol>
                  </a:tblGrid>
                  <a:tr h="393347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1493" t="-1538" r="-1067164" b="-76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28571" t="-1538" r="-200420" b="-76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185455" t="-1538" r="-189091" b="-76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331690" t="-1538" r="-119718" b="-76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369277" t="-1538" r="-2410" b="-76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88016"/>
                      </a:ext>
                    </a:extLst>
                  </a:tr>
                  <a:tr h="59136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28571" t="-68041" r="-200420" b="-4113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185455" t="-68041" r="-189091" b="-4113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331690" t="-68041" r="-119718" b="-4113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369277" t="-68041" r="-2410" b="-4113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8360605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28571" t="-250769" r="-200420" b="-5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185455" t="-250769" r="-189091" b="-5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331690" t="-250769" r="-119718" b="-5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369277" t="-250769" r="-2410" b="-51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6751895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28571" t="-350769" r="-200420" b="-4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185455" t="-350769" r="-189091" b="-4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331690" t="-350769" r="-119718" b="-4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369277" t="-350769" r="-2410" b="-41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7569118"/>
                      </a:ext>
                    </a:extLst>
                  </a:tr>
                  <a:tr h="59136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28571" t="-302062" r="-200420" b="-1773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185455" t="-302062" r="-189091" b="-1773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331690" t="-302062" r="-119718" b="-1773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369277" t="-302062" r="-2410" b="-1773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4680846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28571" t="-600000" r="-200420" b="-16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185455" t="-600000" r="-189091" b="-16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331690" t="-600000" r="-119718" b="-16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369277" t="-600000" r="-2410" b="-16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829041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28571" t="-433333" r="-200420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185455" t="-433333" r="-189091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331690" t="-433333" r="-119718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17"/>
                          <a:stretch>
                            <a:fillRect l="-369277" t="-433333" r="-2410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6411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EC79FF54-8F76-451D-F57B-4DE6B5FD8103}"/>
                  </a:ext>
                </a:extLst>
              </p:cNvPr>
              <p:cNvSpPr txBox="1"/>
              <p:nvPr/>
            </p:nvSpPr>
            <p:spPr>
              <a:xfrm>
                <a:off x="7320137" y="4735293"/>
                <a:ext cx="4662344" cy="1141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Sup>
                      <m:sSubSupPr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de-DE" dirty="0">
                    <a:ea typeface="Cambria Math" panose="02040503050406030204" pitchFamily="18" charset="0"/>
                  </a:rPr>
                  <a:t> </a:t>
                </a:r>
                <a:endParaRPr lang="de-DE" dirty="0"/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EC79FF54-8F76-451D-F57B-4DE6B5FD8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137" y="4735293"/>
                <a:ext cx="4662344" cy="114197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F05CBEF8-818B-31CA-C462-166270526491}"/>
                  </a:ext>
                </a:extLst>
              </p:cNvPr>
              <p:cNvSpPr txBox="1"/>
              <p:nvPr/>
            </p:nvSpPr>
            <p:spPr>
              <a:xfrm>
                <a:off x="9327272" y="4339672"/>
                <a:ext cx="648073" cy="395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de-DE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F05CBEF8-818B-31CA-C462-166270526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7272" y="4339672"/>
                <a:ext cx="648073" cy="395621"/>
              </a:xfrm>
              <a:prstGeom prst="rect">
                <a:avLst/>
              </a:prstGeom>
              <a:blipFill>
                <a:blip r:embed="rId19"/>
                <a:stretch>
                  <a:fillRect l="-1887" b="-461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0BBFF91E-7DB0-104F-FE68-C9603A965B19}"/>
                  </a:ext>
                </a:extLst>
              </p:cNvPr>
              <p:cNvSpPr txBox="1"/>
              <p:nvPr/>
            </p:nvSpPr>
            <p:spPr>
              <a:xfrm>
                <a:off x="10711798" y="4339671"/>
                <a:ext cx="648073" cy="395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de-DE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0BBFF91E-7DB0-104F-FE68-C9603A965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1798" y="4339671"/>
                <a:ext cx="648073" cy="395621"/>
              </a:xfrm>
              <a:prstGeom prst="rect">
                <a:avLst/>
              </a:prstGeom>
              <a:blipFill>
                <a:blip r:embed="rId20"/>
                <a:stretch>
                  <a:fillRect l="-943" b="-461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6425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8B1F2-B79D-4EF9-61F3-2955273F1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hteck 36">
            <a:extLst>
              <a:ext uri="{FF2B5EF4-FFF2-40B4-BE49-F238E27FC236}">
                <a16:creationId xmlns:a16="http://schemas.microsoft.com/office/drawing/2014/main" id="{4065E5AD-D685-1E52-A8B2-D613C56EE6D1}"/>
              </a:ext>
            </a:extLst>
          </p:cNvPr>
          <p:cNvSpPr/>
          <p:nvPr/>
        </p:nvSpPr>
        <p:spPr bwMode="auto">
          <a:xfrm>
            <a:off x="10614328" y="4779046"/>
            <a:ext cx="738256" cy="828493"/>
          </a:xfrm>
          <a:prstGeom prst="rect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49750374-1546-FC3B-20FF-D3A9488D9187}"/>
              </a:ext>
            </a:extLst>
          </p:cNvPr>
          <p:cNvSpPr/>
          <p:nvPr/>
        </p:nvSpPr>
        <p:spPr bwMode="auto">
          <a:xfrm>
            <a:off x="8256240" y="4779047"/>
            <a:ext cx="2304256" cy="82849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CB632B8-3439-A29F-E2C6-C66ABC1D2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Inverse Orientation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Inhaltsplatzhalter 13">
                <a:extLst>
                  <a:ext uri="{FF2B5EF4-FFF2-40B4-BE49-F238E27FC236}">
                    <a16:creationId xmlns:a16="http://schemas.microsoft.com/office/drawing/2014/main" id="{836753F7-6134-53E4-D48D-81F55AA5E51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78369" y="692150"/>
                <a:ext cx="6501198" cy="5653088"/>
              </a:xfrm>
            </p:spPr>
            <p:txBody>
              <a:bodyPr/>
              <a:lstStyle/>
              <a:p>
                <a:r>
                  <a:rPr lang="de-DE" dirty="0">
                    <a:solidFill>
                      <a:schemeClr val="tx1"/>
                    </a:solidFill>
                  </a:rPr>
                  <a:t>The </a:t>
                </a:r>
                <a:r>
                  <a:rPr lang="de-DE" dirty="0" err="1">
                    <a:solidFill>
                      <a:schemeClr val="tx1"/>
                    </a:solidFill>
                  </a:rPr>
                  <a:t>rotation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matrix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for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the</a:t>
                </a:r>
                <a:r>
                  <a:rPr lang="de-DE" dirty="0">
                    <a:solidFill>
                      <a:schemeClr val="tx1"/>
                    </a:solidFill>
                  </a:rPr>
                  <a:t> last </a:t>
                </a:r>
                <a:r>
                  <a:rPr lang="de-DE" dirty="0" err="1">
                    <a:solidFill>
                      <a:schemeClr val="tx1"/>
                    </a:solidFill>
                  </a:rPr>
                  <a:t>two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joints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can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be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determined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similarly</a:t>
                </a:r>
                <a:br>
                  <a:rPr lang="de-DE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DE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bSup>
                  </m:oMath>
                </a14:m>
                <a:br>
                  <a:rPr lang="de-DE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de-DE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de-DE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de-DE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de-DE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de-DE" dirty="0">
                  <a:solidFill>
                    <a:schemeClr val="tx1"/>
                  </a:solidFill>
                </a:endParaRPr>
              </a:p>
              <a:p>
                <a:r>
                  <a:rPr lang="de-DE" dirty="0" err="1"/>
                  <a:t>Using</a:t>
                </a:r>
                <a:r>
                  <a:rPr lang="de-DE" dirty="0"/>
                  <a:t> </a:t>
                </a:r>
                <a:r>
                  <a:rPr lang="de-DE" dirty="0" err="1"/>
                  <a:t>trigonometric</a:t>
                </a:r>
                <a:r>
                  <a:rPr lang="de-DE" dirty="0"/>
                  <a:t> </a:t>
                </a:r>
                <a:r>
                  <a:rPr lang="de-DE" dirty="0" err="1"/>
                  <a:t>identities</a:t>
                </a:r>
                <a:r>
                  <a:rPr lang="de-DE" dirty="0"/>
                  <a:t> </a:t>
                </a:r>
                <a:r>
                  <a:rPr lang="de-DE" dirty="0" err="1"/>
                  <a:t>this</a:t>
                </a:r>
                <a:r>
                  <a:rPr lang="de-DE" dirty="0"/>
                  <a:t> </a:t>
                </a:r>
                <a:r>
                  <a:rPr lang="de-DE" dirty="0" err="1"/>
                  <a:t>can</a:t>
                </a:r>
                <a:r>
                  <a:rPr lang="de-DE" dirty="0"/>
                  <a:t> </a:t>
                </a:r>
                <a:r>
                  <a:rPr lang="de-DE" dirty="0" err="1"/>
                  <a:t>be</a:t>
                </a:r>
                <a:r>
                  <a:rPr lang="de-DE" dirty="0"/>
                  <a:t> </a:t>
                </a:r>
                <a:r>
                  <a:rPr lang="de-DE" dirty="0" err="1"/>
                  <a:t>transformed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br>
                  <a:rPr lang="de-DE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where</a:t>
                </a:r>
                <a:br>
                  <a:rPr lang="de-DE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de-DE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de-DE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de-DE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>
                  <a:solidFill>
                    <a:schemeClr val="tx1"/>
                  </a:solidFill>
                </a:endParaRPr>
              </a:p>
              <a:p>
                <a:endParaRPr lang="de-D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Inhaltsplatzhalter 13">
                <a:extLst>
                  <a:ext uri="{FF2B5EF4-FFF2-40B4-BE49-F238E27FC236}">
                    <a16:creationId xmlns:a16="http://schemas.microsoft.com/office/drawing/2014/main" id="{836753F7-6134-53E4-D48D-81F55AA5E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78369" y="692150"/>
                <a:ext cx="6501198" cy="5653088"/>
              </a:xfrm>
              <a:blipFill>
                <a:blip r:embed="rId2"/>
                <a:stretch>
                  <a:fillRect l="-243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81D64689-E4BB-FEBF-9900-739B54A168FA}"/>
              </a:ext>
            </a:extLst>
          </p:cNvPr>
          <p:cNvCxnSpPr>
            <a:cxnSpLocks/>
          </p:cNvCxnSpPr>
          <p:nvPr/>
        </p:nvCxnSpPr>
        <p:spPr bwMode="auto">
          <a:xfrm>
            <a:off x="6979568" y="853376"/>
            <a:ext cx="0" cy="525658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2937749F-D725-815D-9696-7DF0321250A8}"/>
                  </a:ext>
                </a:extLst>
              </p:cNvPr>
              <p:cNvSpPr txBox="1"/>
              <p:nvPr/>
            </p:nvSpPr>
            <p:spPr>
              <a:xfrm>
                <a:off x="2495600" y="6407150"/>
                <a:ext cx="33123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de-DE" sz="1000" dirty="0">
                    <a:solidFill>
                      <a:srgbClr val="FF0000"/>
                    </a:solidFill>
                  </a:rPr>
                  <a:t>Note: w.r.t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Spong</a:t>
                </a:r>
                <a:r>
                  <a:rPr lang="de-DE" sz="1000" dirty="0">
                    <a:solidFill>
                      <a:srgbClr val="FF0000"/>
                    </a:solidFill>
                  </a:rPr>
                  <a:t>,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the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signum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for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1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1000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is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inverted</a:t>
                </a:r>
                <a:r>
                  <a:rPr lang="de-DE" sz="1000" dirty="0">
                    <a:solidFill>
                      <a:srgbClr val="FF0000"/>
                    </a:solidFill>
                  </a:rPr>
                  <a:t> due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to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the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orientation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of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the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sz="1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1000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sz="1000" dirty="0">
                    <a:solidFill>
                      <a:srgbClr val="FF0000"/>
                    </a:solidFill>
                  </a:rPr>
                  <a:t> axes! </a:t>
                </a: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2937749F-D725-815D-9696-7DF032125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600" y="6407150"/>
                <a:ext cx="3312368" cy="400110"/>
              </a:xfrm>
              <a:prstGeom prst="rect">
                <a:avLst/>
              </a:prstGeom>
              <a:blipFill>
                <a:blip r:embed="rId3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2" name="Tabelle 21">
                <a:extLst>
                  <a:ext uri="{FF2B5EF4-FFF2-40B4-BE49-F238E27FC236}">
                    <a16:creationId xmlns:a16="http://schemas.microsoft.com/office/drawing/2014/main" id="{4F6886C5-2489-6F59-8A76-52367DF6388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248128" y="853376"/>
              <a:ext cx="4734353" cy="33962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8959">
                      <a:extLst>
                        <a:ext uri="{9D8B030D-6E8A-4147-A177-3AD203B41FA5}">
                          <a16:colId xmlns:a16="http://schemas.microsoft.com/office/drawing/2014/main" val="3675868330"/>
                        </a:ext>
                      </a:extLst>
                    </a:gridCol>
                    <a:gridCol w="1445074">
                      <a:extLst>
                        <a:ext uri="{9D8B030D-6E8A-4147-A177-3AD203B41FA5}">
                          <a16:colId xmlns:a16="http://schemas.microsoft.com/office/drawing/2014/main" val="992856329"/>
                        </a:ext>
                      </a:extLst>
                    </a:gridCol>
                    <a:gridCol w="1008112">
                      <a:extLst>
                        <a:ext uri="{9D8B030D-6E8A-4147-A177-3AD203B41FA5}">
                          <a16:colId xmlns:a16="http://schemas.microsoft.com/office/drawing/2014/main" val="999199911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1345978594"/>
                        </a:ext>
                      </a:extLst>
                    </a:gridCol>
                    <a:gridCol w="1008112">
                      <a:extLst>
                        <a:ext uri="{9D8B030D-6E8A-4147-A177-3AD203B41FA5}">
                          <a16:colId xmlns:a16="http://schemas.microsoft.com/office/drawing/2014/main" val="3770552525"/>
                        </a:ext>
                      </a:extLst>
                    </a:gridCol>
                  </a:tblGrid>
                  <a:tr h="393347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de-DE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de-DE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de-DE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𝒓𝒂𝒅</m:t>
                              </m:r>
                              <m:r>
                                <a:rPr lang="de-DE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de-DE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𝒎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𝜶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𝒓𝒂𝒅</m:t>
                                </m:r>
                                <m:r>
                                  <a:rPr lang="de-DE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88016"/>
                      </a:ext>
                    </a:extLst>
                  </a:tr>
                  <a:tr h="59136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0.0563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38360605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−1.435+</m:t>
                                </m:r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0.109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6751895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−0.029+</m:t>
                                </m:r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0.101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569118"/>
                      </a:ext>
                    </a:extLst>
                  </a:tr>
                  <a:tr h="59136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de-DE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de-DE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94680846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8290415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de-DE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>
                            <a:solidFill>
                              <a:srgbClr val="FF0000"/>
                            </a:solidFill>
                          </a:endParaRPr>
                        </a:p>
                        <a:p>
                          <a:pPr algn="l"/>
                          <a:endParaRPr lang="de-DE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0.114</m:t>
                                </m:r>
                              </m:oMath>
                            </m:oMathPara>
                          </a14:m>
                          <a:endParaRPr lang="de-DE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de-DE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96411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2" name="Tabelle 21">
                <a:extLst>
                  <a:ext uri="{FF2B5EF4-FFF2-40B4-BE49-F238E27FC236}">
                    <a16:creationId xmlns:a16="http://schemas.microsoft.com/office/drawing/2014/main" id="{4F6886C5-2489-6F59-8A76-52367DF6388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248128" y="853376"/>
              <a:ext cx="4734353" cy="33962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8959">
                      <a:extLst>
                        <a:ext uri="{9D8B030D-6E8A-4147-A177-3AD203B41FA5}">
                          <a16:colId xmlns:a16="http://schemas.microsoft.com/office/drawing/2014/main" val="3675868330"/>
                        </a:ext>
                      </a:extLst>
                    </a:gridCol>
                    <a:gridCol w="1445074">
                      <a:extLst>
                        <a:ext uri="{9D8B030D-6E8A-4147-A177-3AD203B41FA5}">
                          <a16:colId xmlns:a16="http://schemas.microsoft.com/office/drawing/2014/main" val="992856329"/>
                        </a:ext>
                      </a:extLst>
                    </a:gridCol>
                    <a:gridCol w="1008112">
                      <a:extLst>
                        <a:ext uri="{9D8B030D-6E8A-4147-A177-3AD203B41FA5}">
                          <a16:colId xmlns:a16="http://schemas.microsoft.com/office/drawing/2014/main" val="999199911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1345978594"/>
                        </a:ext>
                      </a:extLst>
                    </a:gridCol>
                    <a:gridCol w="1008112">
                      <a:extLst>
                        <a:ext uri="{9D8B030D-6E8A-4147-A177-3AD203B41FA5}">
                          <a16:colId xmlns:a16="http://schemas.microsoft.com/office/drawing/2014/main" val="3770552525"/>
                        </a:ext>
                      </a:extLst>
                    </a:gridCol>
                  </a:tblGrid>
                  <a:tr h="393347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493" t="-1538" r="-1067164" b="-76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28571" t="-1538" r="-200420" b="-76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85455" t="-1538" r="-189091" b="-76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331690" t="-1538" r="-119718" b="-76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369277" t="-1538" r="-2410" b="-7630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88016"/>
                      </a:ext>
                    </a:extLst>
                  </a:tr>
                  <a:tr h="59136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28571" t="-68041" r="-200420" b="-4113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85455" t="-68041" r="-189091" b="-4113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331690" t="-68041" r="-119718" b="-4113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369277" t="-68041" r="-2410" b="-4113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8360605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28571" t="-250769" r="-200420" b="-5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85455" t="-250769" r="-189091" b="-5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331690" t="-250769" r="-119718" b="-5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369277" t="-250769" r="-2410" b="-51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6751895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28571" t="-350769" r="-200420" b="-4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85455" t="-350769" r="-189091" b="-4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331690" t="-350769" r="-119718" b="-41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369277" t="-350769" r="-2410" b="-41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7569118"/>
                      </a:ext>
                    </a:extLst>
                  </a:tr>
                  <a:tr h="59136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28571" t="-302062" r="-200420" b="-1773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85455" t="-302062" r="-189091" b="-1773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331690" t="-302062" r="-119718" b="-1773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369277" t="-302062" r="-2410" b="-1773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94680846"/>
                      </a:ext>
                    </a:extLst>
                  </a:tr>
                  <a:tr h="39334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28571" t="-600000" r="-200420" b="-16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85455" t="-600000" r="-189091" b="-16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331690" t="-600000" r="-119718" b="-16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369277" t="-600000" r="-2410" b="-16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8829041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de-DE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28571" t="-433333" r="-200420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185455" t="-433333" r="-189091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331690" t="-433333" r="-119718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4"/>
                          <a:stretch>
                            <a:fillRect l="-369277" t="-433333" r="-2410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6411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EC79FF54-8F76-451D-F57B-4DE6B5FD8103}"/>
                  </a:ext>
                </a:extLst>
              </p:cNvPr>
              <p:cNvSpPr txBox="1"/>
              <p:nvPr/>
            </p:nvSpPr>
            <p:spPr>
              <a:xfrm>
                <a:off x="7320137" y="4735293"/>
                <a:ext cx="4662344" cy="1141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Sup>
                      <m:sSubSupPr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</m:mr>
                          <m:m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de-DE" dirty="0">
                    <a:ea typeface="Cambria Math" panose="02040503050406030204" pitchFamily="18" charset="0"/>
                  </a:rPr>
                  <a:t> </a:t>
                </a:r>
                <a:endParaRPr lang="de-DE" dirty="0"/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EC79FF54-8F76-451D-F57B-4DE6B5FD8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137" y="4735293"/>
                <a:ext cx="4662344" cy="11419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F05CBEF8-818B-31CA-C462-166270526491}"/>
                  </a:ext>
                </a:extLst>
              </p:cNvPr>
              <p:cNvSpPr txBox="1"/>
              <p:nvPr/>
            </p:nvSpPr>
            <p:spPr>
              <a:xfrm>
                <a:off x="9327272" y="4339672"/>
                <a:ext cx="648073" cy="395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de-DE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F05CBEF8-818B-31CA-C462-166270526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7272" y="4339672"/>
                <a:ext cx="648073" cy="395621"/>
              </a:xfrm>
              <a:prstGeom prst="rect">
                <a:avLst/>
              </a:prstGeom>
              <a:blipFill>
                <a:blip r:embed="rId6"/>
                <a:stretch>
                  <a:fillRect l="-1887" b="-461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0BBFF91E-7DB0-104F-FE68-C9603A965B19}"/>
                  </a:ext>
                </a:extLst>
              </p:cNvPr>
              <p:cNvSpPr txBox="1"/>
              <p:nvPr/>
            </p:nvSpPr>
            <p:spPr>
              <a:xfrm>
                <a:off x="10711798" y="4339671"/>
                <a:ext cx="648073" cy="395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de-DE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de-DE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de-DE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de-DE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de-DE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0BBFF91E-7DB0-104F-FE68-C9603A965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1798" y="4339671"/>
                <a:ext cx="648073" cy="395621"/>
              </a:xfrm>
              <a:prstGeom prst="rect">
                <a:avLst/>
              </a:prstGeom>
              <a:blipFill>
                <a:blip r:embed="rId7"/>
                <a:stretch>
                  <a:fillRect l="-943" b="-461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2516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8B1F2-B79D-4EF9-61F3-2955273F1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200EC3B4-480C-67E2-433B-AF6E8A63D0B1}"/>
              </a:ext>
            </a:extLst>
          </p:cNvPr>
          <p:cNvSpPr/>
          <p:nvPr/>
        </p:nvSpPr>
        <p:spPr bwMode="auto">
          <a:xfrm>
            <a:off x="8400256" y="2404712"/>
            <a:ext cx="288032" cy="1024285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7B5D007-0431-E2D9-D7ED-612E3B29A187}"/>
              </a:ext>
            </a:extLst>
          </p:cNvPr>
          <p:cNvSpPr/>
          <p:nvPr/>
        </p:nvSpPr>
        <p:spPr bwMode="auto">
          <a:xfrm>
            <a:off x="4943872" y="2420887"/>
            <a:ext cx="936103" cy="1024285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5415FF7-8B0C-86BF-B272-A314695897DF}"/>
              </a:ext>
            </a:extLst>
          </p:cNvPr>
          <p:cNvSpPr/>
          <p:nvPr/>
        </p:nvSpPr>
        <p:spPr bwMode="auto">
          <a:xfrm>
            <a:off x="2999656" y="2708920"/>
            <a:ext cx="504056" cy="288032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B3ADAFE-5D88-5A4C-A3D7-2CFE3E5F27CE}"/>
              </a:ext>
            </a:extLst>
          </p:cNvPr>
          <p:cNvSpPr/>
          <p:nvPr/>
        </p:nvSpPr>
        <p:spPr bwMode="auto">
          <a:xfrm>
            <a:off x="8688288" y="2404713"/>
            <a:ext cx="288032" cy="102428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CD12FF4-F173-9CB0-C986-FDE4CB231A71}"/>
              </a:ext>
            </a:extLst>
          </p:cNvPr>
          <p:cNvSpPr/>
          <p:nvPr/>
        </p:nvSpPr>
        <p:spPr bwMode="auto">
          <a:xfrm>
            <a:off x="4079776" y="2404714"/>
            <a:ext cx="720080" cy="102428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337ADC6-BCBA-E3B7-51DA-2FCB41C15E8C}"/>
              </a:ext>
            </a:extLst>
          </p:cNvPr>
          <p:cNvSpPr/>
          <p:nvPr/>
        </p:nvSpPr>
        <p:spPr bwMode="auto">
          <a:xfrm>
            <a:off x="2999656" y="2420888"/>
            <a:ext cx="504056" cy="28803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CB632B8-3439-A29F-E2C6-C66ABC1D2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Inverse Orientation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Inhaltsplatzhalter 13">
                <a:extLst>
                  <a:ext uri="{FF2B5EF4-FFF2-40B4-BE49-F238E27FC236}">
                    <a16:creationId xmlns:a16="http://schemas.microsoft.com/office/drawing/2014/main" id="{836753F7-6134-53E4-D48D-81F55AA5E51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78368" y="692150"/>
                <a:ext cx="11713631" cy="5653088"/>
              </a:xfrm>
            </p:spPr>
            <p:txBody>
              <a:bodyPr/>
              <a:lstStyle/>
              <a:p>
                <a:pPr/>
                <a:r>
                  <a:rPr lang="de-DE" dirty="0">
                    <a:solidFill>
                      <a:schemeClr val="tx1"/>
                    </a:solidFill>
                  </a:rPr>
                  <a:t>The </a:t>
                </a:r>
                <a:r>
                  <a:rPr lang="de-DE" dirty="0" err="1">
                    <a:solidFill>
                      <a:schemeClr val="tx1"/>
                    </a:solidFill>
                  </a:rPr>
                  <a:t>equation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to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be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solved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for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the</a:t>
                </a:r>
                <a:r>
                  <a:rPr lang="de-DE" dirty="0">
                    <a:solidFill>
                      <a:schemeClr val="tx1"/>
                    </a:solidFill>
                  </a:rPr>
                  <a:t> final </a:t>
                </a:r>
                <a:r>
                  <a:rPr lang="de-DE" dirty="0" err="1">
                    <a:solidFill>
                      <a:schemeClr val="tx1"/>
                    </a:solidFill>
                  </a:rPr>
                  <a:t>two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joint</a:t>
                </a:r>
                <a:r>
                  <a:rPr lang="de-DE" dirty="0">
                    <a:solidFill>
                      <a:schemeClr val="tx1"/>
                    </a:solidFill>
                  </a:rPr>
                  <a:t> variables </a:t>
                </a:r>
                <a:r>
                  <a:rPr lang="de-DE" dirty="0" err="1">
                    <a:solidFill>
                      <a:schemeClr val="tx1"/>
                    </a:solidFill>
                  </a:rPr>
                  <a:t>is</a:t>
                </a:r>
                <a:br>
                  <a:rPr lang="de-DE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𝑑𝑒𝑠</m:t>
                        </m:r>
                      </m:sub>
                    </m:sSub>
                  </m:oMath>
                </a14:m>
                <a:endParaRPr lang="de-DE" dirty="0">
                  <a:solidFill>
                    <a:schemeClr val="tx1"/>
                  </a:solidFill>
                </a:endParaRPr>
              </a:p>
              <a:p>
                <a:pPr/>
                <a:r>
                  <a:rPr lang="de-DE" dirty="0" err="1"/>
                  <a:t>Using</a:t>
                </a:r>
                <a:r>
                  <a:rPr lang="de-DE" dirty="0"/>
                  <a:t> </a:t>
                </a:r>
                <a:r>
                  <a:rPr lang="de-DE" dirty="0" err="1"/>
                  <a:t>properties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rotation</a:t>
                </a:r>
                <a:r>
                  <a:rPr lang="de-DE" dirty="0"/>
                  <a:t> </a:t>
                </a:r>
                <a:r>
                  <a:rPr lang="de-DE" dirty="0" err="1"/>
                  <a:t>matrices</a:t>
                </a:r>
                <a:r>
                  <a:rPr lang="de-DE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de-DE" dirty="0"/>
                  <a:t>)</a:t>
                </a:r>
                <a:br>
                  <a:rPr lang="de-DE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𝑑𝑒𝑠</m:t>
                        </m:r>
                      </m:sub>
                    </m:sSub>
                  </m:oMath>
                </a14:m>
                <a:br>
                  <a:rPr lang="de-DE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23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de-DE" i="1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pPr/>
                <a:r>
                  <a:rPr lang="de-DE" dirty="0" err="1"/>
                  <a:t>Choosing</a:t>
                </a:r>
                <a:r>
                  <a:rPr lang="de-DE" dirty="0"/>
                  <a:t> </a:t>
                </a:r>
                <a:r>
                  <a:rPr lang="de-DE" dirty="0" err="1"/>
                  <a:t>suitable</a:t>
                </a:r>
                <a:r>
                  <a:rPr lang="de-DE" dirty="0"/>
                  <a:t> </a:t>
                </a:r>
                <a:r>
                  <a:rPr lang="de-DE" dirty="0" err="1"/>
                  <a:t>equations</a:t>
                </a:r>
                <a:r>
                  <a:rPr lang="de-DE" dirty="0"/>
                  <a:t> a </a:t>
                </a:r>
                <a:r>
                  <a:rPr lang="de-DE" dirty="0" err="1"/>
                  <a:t>solution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can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be</a:t>
                </a:r>
                <a:r>
                  <a:rPr lang="de-DE" dirty="0">
                    <a:solidFill>
                      <a:schemeClr val="tx1"/>
                    </a:solidFill>
                  </a:rPr>
                  <a:t> </a:t>
                </a:r>
                <a:r>
                  <a:rPr lang="de-DE" dirty="0" err="1">
                    <a:solidFill>
                      <a:schemeClr val="tx1"/>
                    </a:solidFill>
                  </a:rPr>
                  <a:t>found</a:t>
                </a:r>
                <a:r>
                  <a:rPr lang="de-DE" dirty="0">
                    <a:solidFill>
                      <a:schemeClr val="tx1"/>
                    </a:solidFill>
                  </a:rPr>
                  <a:t>:</a:t>
                </a:r>
                <a:br>
                  <a:rPr lang="de-DE" b="0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de-DE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sSub>
                      <m:sSubPr>
                        <m:ctrlP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de-DE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sSub>
                      <m:sSubPr>
                        <m:ctrlP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a:rPr lang="de-DE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sSub>
                      <m:sSubPr>
                        <m:ctrlP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br>
                  <a:rPr lang="de-DE" b="0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r>
                      <a:rPr lang="de-DE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de-DE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sSub>
                      <m:sSubPr>
                        <m:ctrlP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de-DE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sSub>
                      <m:sSubPr>
                        <m:ctrlP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a:rPr lang="de-DE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sSub>
                      <m:sSubPr>
                        <m:ctrlP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DE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</m:oMath>
                </a14:m>
                <a:br>
                  <a:rPr lang="de-DE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𝑎𝑡𝑎𝑛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2(</m:t>
                    </m:r>
                    <m:sSub>
                      <m:sSubPr>
                        <m:ctrlPr>
                          <a:rPr lang="de-DE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de-DE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sSub>
                      <m:sSubPr>
                        <m:ctrlPr>
                          <a:rPr lang="de-DE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DE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de-DE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de-DE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sSub>
                      <m:sSubPr>
                        <m:ctrlPr>
                          <a:rPr lang="de-DE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DE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a:rPr lang="de-DE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sSub>
                      <m:sSubPr>
                        <m:ctrlPr>
                          <a:rPr lang="de-DE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DE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a:rPr lang="de-DE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de-DE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a:rPr lang="de-DE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sSub>
                      <m:sSubPr>
                        <m:ctrlP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e-DE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b>
                    </m:sSub>
                    <m:r>
                      <a:rPr lang="de-DE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de-DE" dirty="0">
                    <a:solidFill>
                      <a:schemeClr val="tx1"/>
                    </a:solidFill>
                  </a:rPr>
                </a:br>
                <a:endParaRPr lang="de-DE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4" name="Inhaltsplatzhalter 13">
                <a:extLst>
                  <a:ext uri="{FF2B5EF4-FFF2-40B4-BE49-F238E27FC236}">
                    <a16:creationId xmlns:a16="http://schemas.microsoft.com/office/drawing/2014/main" id="{836753F7-6134-53E4-D48D-81F55AA5E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78368" y="692150"/>
                <a:ext cx="11713631" cy="5653088"/>
              </a:xfrm>
              <a:blipFill>
                <a:blip r:embed="rId2"/>
                <a:stretch>
                  <a:fillRect l="-13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2937749F-D725-815D-9696-7DF0321250A8}"/>
                  </a:ext>
                </a:extLst>
              </p:cNvPr>
              <p:cNvSpPr txBox="1"/>
              <p:nvPr/>
            </p:nvSpPr>
            <p:spPr>
              <a:xfrm>
                <a:off x="2495600" y="6407150"/>
                <a:ext cx="33123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de-DE" sz="1000" dirty="0">
                    <a:solidFill>
                      <a:srgbClr val="FF0000"/>
                    </a:solidFill>
                  </a:rPr>
                  <a:t>Note: w.r.t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Spong</a:t>
                </a:r>
                <a:r>
                  <a:rPr lang="de-DE" sz="1000" dirty="0">
                    <a:solidFill>
                      <a:srgbClr val="FF0000"/>
                    </a:solidFill>
                  </a:rPr>
                  <a:t>,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the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signum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for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1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1000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is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inverted</a:t>
                </a:r>
                <a:r>
                  <a:rPr lang="de-DE" sz="1000" dirty="0">
                    <a:solidFill>
                      <a:srgbClr val="FF0000"/>
                    </a:solidFill>
                  </a:rPr>
                  <a:t> due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to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the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orientation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of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the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sz="1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1000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sz="1000" dirty="0">
                    <a:solidFill>
                      <a:srgbClr val="FF0000"/>
                    </a:solidFill>
                  </a:rPr>
                  <a:t> axes! </a:t>
                </a: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2937749F-D725-815D-9696-7DF032125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600" y="6407150"/>
                <a:ext cx="3312368" cy="400110"/>
              </a:xfrm>
              <a:prstGeom prst="rect">
                <a:avLst/>
              </a:prstGeom>
              <a:blipFill>
                <a:blip r:embed="rId3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8697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8B1F2-B79D-4EF9-61F3-2955273F1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B632B8-3439-A29F-E2C6-C66ABC1D2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Inverse Orientation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Inhaltsplatzhalter 13">
                <a:extLst>
                  <a:ext uri="{FF2B5EF4-FFF2-40B4-BE49-F238E27FC236}">
                    <a16:creationId xmlns:a16="http://schemas.microsoft.com/office/drawing/2014/main" id="{836753F7-6134-53E4-D48D-81F55AA5E51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78368" y="692150"/>
                <a:ext cx="11713631" cy="5653088"/>
              </a:xfrm>
            </p:spPr>
            <p:txBody>
              <a:bodyPr/>
              <a:lstStyle/>
              <a:p>
                <a:r>
                  <a:rPr lang="de-DE" dirty="0"/>
                  <a:t>Under </a:t>
                </a:r>
                <a:r>
                  <a:rPr lang="de-DE" dirty="0" err="1"/>
                  <a:t>consideration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assumptions</a:t>
                </a:r>
                <a:r>
                  <a:rPr lang="de-DE" dirty="0"/>
                  <a:t> and </a:t>
                </a:r>
                <a:r>
                  <a:rPr lang="de-DE" dirty="0" err="1"/>
                  <a:t>simplifications</a:t>
                </a:r>
                <a:r>
                  <a:rPr lang="de-DE" dirty="0"/>
                  <a:t>, </a:t>
                </a:r>
                <a:r>
                  <a:rPr lang="de-DE" dirty="0" err="1"/>
                  <a:t>there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no</a:t>
                </a:r>
                <a:r>
                  <a:rPr lang="de-DE" dirty="0"/>
                  <a:t> </a:t>
                </a:r>
                <a:r>
                  <a:rPr lang="de-DE" dirty="0" err="1"/>
                  <a:t>need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calculate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inverse </a:t>
                </a:r>
                <a:r>
                  <a:rPr lang="de-DE" dirty="0" err="1"/>
                  <a:t>kinematics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de-DE" b="0" dirty="0">
                    <a:solidFill>
                      <a:schemeClr val="tx1"/>
                    </a:solidFill>
                  </a:rPr>
                  <a:t>,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as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it</a:t>
                </a:r>
                <a:r>
                  <a:rPr lang="de-DE" b="0" dirty="0">
                    <a:solidFill>
                      <a:schemeClr val="tx1"/>
                    </a:solidFill>
                  </a:rPr>
                  <a:t> will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solely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influence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the</a:t>
                </a:r>
                <a:r>
                  <a:rPr lang="de-DE" b="0" dirty="0">
                    <a:solidFill>
                      <a:schemeClr val="tx1"/>
                    </a:solidFill>
                  </a:rPr>
                  <a:t> end-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effector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orientation</a:t>
                </a:r>
                <a:br>
                  <a:rPr lang="de-DE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</a:p>
              <a:p>
                <a:pPr/>
                <a:r>
                  <a:rPr lang="de-DE" dirty="0" err="1"/>
                  <a:t>Alternatively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joint</a:t>
                </a:r>
                <a:r>
                  <a:rPr lang="de-DE" dirty="0"/>
                  <a:t> angle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can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be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derived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from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the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preceding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joint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angles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under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consideration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of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the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forward</a:t>
                </a:r>
                <a:r>
                  <a:rPr lang="de-DE" b="0" dirty="0">
                    <a:solidFill>
                      <a:schemeClr val="tx1"/>
                    </a:solidFill>
                  </a:rPr>
                  <a:t> </a:t>
                </a:r>
                <a:r>
                  <a:rPr lang="de-DE" b="0" dirty="0" err="1">
                    <a:solidFill>
                      <a:schemeClr val="tx1"/>
                    </a:solidFill>
                  </a:rPr>
                  <a:t>kinematics</a:t>
                </a:r>
                <a:r>
                  <a:rPr lang="de-DE" dirty="0"/>
                  <a:t>. </a:t>
                </a:r>
                <a:br>
                  <a:rPr lang="de-DE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de-DE" b="0" i="1" smtClean="0">
                        <a:latin typeface="Cambria Math" panose="02040503050406030204" pitchFamily="18" charset="0"/>
                      </a:rPr>
                      <m:t>⋅…⋅</m:t>
                    </m:r>
                    <m:sSubSup>
                      <m:sSub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br>
                  <a:rPr lang="de-DE" b="0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acos</m:t>
                        </m:r>
                      </m:fName>
                      <m:e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bSup>
                            <m:sSup>
                              <m:sSup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DE" b="0" i="1" smtClean="0">
                                        <a:latin typeface="Cambria Math" panose="02040503050406030204" pitchFamily="18" charset="0"/>
                                      </a:rPr>
                                      <m:t>:,2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𝑑𝑒𝑠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  <m:t>:,2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de-DE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endParaRPr lang="de-DE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Inhaltsplatzhalter 13">
                <a:extLst>
                  <a:ext uri="{FF2B5EF4-FFF2-40B4-BE49-F238E27FC236}">
                    <a16:creationId xmlns:a16="http://schemas.microsoft.com/office/drawing/2014/main" id="{836753F7-6134-53E4-D48D-81F55AA5E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78368" y="692150"/>
                <a:ext cx="11713631" cy="5653088"/>
              </a:xfrm>
              <a:blipFill>
                <a:blip r:embed="rId2"/>
                <a:stretch>
                  <a:fillRect l="-13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2937749F-D725-815D-9696-7DF0321250A8}"/>
                  </a:ext>
                </a:extLst>
              </p:cNvPr>
              <p:cNvSpPr txBox="1"/>
              <p:nvPr/>
            </p:nvSpPr>
            <p:spPr>
              <a:xfrm>
                <a:off x="2495600" y="6407150"/>
                <a:ext cx="331236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de-DE" sz="1000" dirty="0">
                    <a:solidFill>
                      <a:srgbClr val="FF0000"/>
                    </a:solidFill>
                  </a:rPr>
                  <a:t>Note: w.r.t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Spong</a:t>
                </a:r>
                <a:r>
                  <a:rPr lang="de-DE" sz="1000" dirty="0">
                    <a:solidFill>
                      <a:srgbClr val="FF0000"/>
                    </a:solidFill>
                  </a:rPr>
                  <a:t>,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the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signum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for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1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1000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is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inverted</a:t>
                </a:r>
                <a:r>
                  <a:rPr lang="de-DE" sz="1000" dirty="0">
                    <a:solidFill>
                      <a:srgbClr val="FF0000"/>
                    </a:solidFill>
                  </a:rPr>
                  <a:t> due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to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the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orientation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of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:r>
                  <a:rPr lang="de-DE" sz="1000" dirty="0" err="1">
                    <a:solidFill>
                      <a:srgbClr val="FF0000"/>
                    </a:solidFill>
                  </a:rPr>
                  <a:t>the</a:t>
                </a:r>
                <a:r>
                  <a:rPr lang="de-DE" sz="10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sz="1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1000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de-DE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de-DE" sz="1000" dirty="0">
                    <a:solidFill>
                      <a:srgbClr val="FF0000"/>
                    </a:solidFill>
                  </a:rPr>
                  <a:t> axes! </a:t>
                </a: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2937749F-D725-815D-9696-7DF032125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600" y="6407150"/>
                <a:ext cx="3312368" cy="400110"/>
              </a:xfrm>
              <a:prstGeom prst="rect">
                <a:avLst/>
              </a:prstGeom>
              <a:blipFill>
                <a:blip r:embed="rId3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4688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995730-1DCC-75D2-AC63-4C025D12E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-Modell 2">
                <a:extLst>
                  <a:ext uri="{FF2B5EF4-FFF2-40B4-BE49-F238E27FC236}">
                    <a16:creationId xmlns:a16="http://schemas.microsoft.com/office/drawing/2014/main" id="{F769757D-2620-DB01-9512-BCF963CD9C8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012546218"/>
                  </p:ext>
                </p:extLst>
              </p:nvPr>
            </p:nvGraphicFramePr>
            <p:xfrm>
              <a:off x="4505231" y="1196752"/>
              <a:ext cx="3181538" cy="429896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181538" cy="4298967"/>
                    </a:xfrm>
                    <a:prstGeom prst="rect">
                      <a:avLst/>
                    </a:prstGeom>
                  </am3d:spPr>
                  <am3d:camera>
                    <am3d:pos x="1181108" y="-278029" z="52755712"/>
                    <am3d:up dx="0" dy="36000000" dz="0"/>
                    <am3d:lookAt x="1181108" y="-278029" z="0"/>
                    <am3d:perspective fov="2182996"/>
                  </am3d:camera>
                  <am3d:trans>
                    <am3d:meterPerModelUnit n="6309" d="1000000"/>
                    <am3d:preTrans dx="-18313138" dy="-784842" dz="18976620"/>
                    <am3d:scale>
                      <am3d:sx n="1000000" d="1000000"/>
                      <am3d:sy n="1000000" d="1000000"/>
                      <am3d:sz n="1000000" d="1000000"/>
                    </am3d:scale>
                    <am3d:rot ax="4048405" ay="4400031" az="4013969"/>
                    <am3d:postTrans dx="1181108" dy="-278029" dz="0"/>
                  </am3d:trans>
                  <am3d:raster rName="Office3DRenderer" rVer="16.0.8326">
                    <am3d:blip r:embed="rId3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-Modell 2">
                <a:extLst>
                  <a:ext uri="{FF2B5EF4-FFF2-40B4-BE49-F238E27FC236}">
                    <a16:creationId xmlns:a16="http://schemas.microsoft.com/office/drawing/2014/main" id="{F769757D-2620-DB01-9512-BCF963CD9C8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05231" y="1196752"/>
                <a:ext cx="3181538" cy="429896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3526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0" presetClass="entr" presetSubtype="1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32C6C-86AC-3860-919C-0FBA2938A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Coordinate</a:t>
            </a:r>
            <a:r>
              <a:rPr lang="de-DE" dirty="0"/>
              <a:t> Frames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CD7FEA-0F21-79FD-0B30-A6E8E9CC6B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de-DE" dirty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2CC67DEA-56D8-3901-F8C0-D391D8AE25C1}"/>
              </a:ext>
            </a:extLst>
          </p:cNvPr>
          <p:cNvGrpSpPr/>
          <p:nvPr/>
        </p:nvGrpSpPr>
        <p:grpSpPr>
          <a:xfrm>
            <a:off x="6969900" y="1118756"/>
            <a:ext cx="690649" cy="661639"/>
            <a:chOff x="4187802" y="572487"/>
            <a:chExt cx="799208" cy="765637"/>
          </a:xfrm>
          <a:solidFill>
            <a:schemeClr val="bg2"/>
          </a:solidFill>
        </p:grpSpPr>
        <p:sp>
          <p:nvSpPr>
            <p:cNvPr id="109" name="Rechteck: abgerundete Ecken 108">
              <a:extLst>
                <a:ext uri="{FF2B5EF4-FFF2-40B4-BE49-F238E27FC236}">
                  <a16:creationId xmlns:a16="http://schemas.microsoft.com/office/drawing/2014/main" id="{01A5C94D-2F1E-7C38-6283-027510AFD1A8}"/>
                </a:ext>
              </a:extLst>
            </p:cNvPr>
            <p:cNvSpPr/>
            <p:nvPr/>
          </p:nvSpPr>
          <p:spPr>
            <a:xfrm rot="17846165">
              <a:off x="4143570" y="1023892"/>
              <a:ext cx="358464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0" name="Rechteck: abgerundete Ecken 109">
              <a:extLst>
                <a:ext uri="{FF2B5EF4-FFF2-40B4-BE49-F238E27FC236}">
                  <a16:creationId xmlns:a16="http://schemas.microsoft.com/office/drawing/2014/main" id="{5838DB5F-364A-4643-45FB-5CE059FDF0BD}"/>
                </a:ext>
              </a:extLst>
            </p:cNvPr>
            <p:cNvSpPr/>
            <p:nvPr/>
          </p:nvSpPr>
          <p:spPr>
            <a:xfrm rot="18031528">
              <a:off x="4193548" y="906532"/>
              <a:ext cx="38564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1" name="Rechteck: abgerundete Ecken 110">
              <a:extLst>
                <a:ext uri="{FF2B5EF4-FFF2-40B4-BE49-F238E27FC236}">
                  <a16:creationId xmlns:a16="http://schemas.microsoft.com/office/drawing/2014/main" id="{FC86ACDD-8813-1E62-8389-02F3CBEB8C61}"/>
                </a:ext>
              </a:extLst>
            </p:cNvPr>
            <p:cNvSpPr/>
            <p:nvPr/>
          </p:nvSpPr>
          <p:spPr>
            <a:xfrm rot="18670581">
              <a:off x="4285390" y="805665"/>
              <a:ext cx="35119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2" name="Rechteck: abgerundete Ecken 111">
              <a:extLst>
                <a:ext uri="{FF2B5EF4-FFF2-40B4-BE49-F238E27FC236}">
                  <a16:creationId xmlns:a16="http://schemas.microsoft.com/office/drawing/2014/main" id="{5E90CAD5-4FCB-D8A0-7D40-EB57885214F4}"/>
                </a:ext>
              </a:extLst>
            </p:cNvPr>
            <p:cNvSpPr/>
            <p:nvPr/>
          </p:nvSpPr>
          <p:spPr>
            <a:xfrm rot="19138246">
              <a:off x="4372840" y="712580"/>
              <a:ext cx="361583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3" name="Rechteck: abgerundete Ecken 112">
              <a:extLst>
                <a:ext uri="{FF2B5EF4-FFF2-40B4-BE49-F238E27FC236}">
                  <a16:creationId xmlns:a16="http://schemas.microsoft.com/office/drawing/2014/main" id="{366583DC-FB25-72FF-3F67-309F43817F1E}"/>
                </a:ext>
              </a:extLst>
            </p:cNvPr>
            <p:cNvSpPr/>
            <p:nvPr/>
          </p:nvSpPr>
          <p:spPr>
            <a:xfrm rot="19978002">
              <a:off x="4470995" y="632459"/>
              <a:ext cx="40125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4" name="Rechteck: abgerundete Ecken 113">
              <a:extLst>
                <a:ext uri="{FF2B5EF4-FFF2-40B4-BE49-F238E27FC236}">
                  <a16:creationId xmlns:a16="http://schemas.microsoft.com/office/drawing/2014/main" id="{90B7A70D-2C2E-B2A5-AE2A-085E358E6E24}"/>
                </a:ext>
              </a:extLst>
            </p:cNvPr>
            <p:cNvSpPr/>
            <p:nvPr/>
          </p:nvSpPr>
          <p:spPr>
            <a:xfrm rot="20320678">
              <a:off x="4620489" y="572487"/>
              <a:ext cx="366521" cy="270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682DD407-D87B-E149-6CFF-B132DF9EE7CD}"/>
              </a:ext>
            </a:extLst>
          </p:cNvPr>
          <p:cNvSpPr/>
          <p:nvPr/>
        </p:nvSpPr>
        <p:spPr>
          <a:xfrm rot="16831541">
            <a:off x="11043672" y="3267553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FB14C8D-DDB2-4482-18E4-14DFBE2E01F6}"/>
              </a:ext>
            </a:extLst>
          </p:cNvPr>
          <p:cNvSpPr/>
          <p:nvPr/>
        </p:nvSpPr>
        <p:spPr>
          <a:xfrm>
            <a:off x="11268353" y="3552744"/>
            <a:ext cx="258213" cy="2582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D396A9A1-27A7-DED8-88B6-A94803EA6706}"/>
              </a:ext>
            </a:extLst>
          </p:cNvPr>
          <p:cNvSpPr/>
          <p:nvPr/>
        </p:nvSpPr>
        <p:spPr>
          <a:xfrm rot="19386561">
            <a:off x="9341636" y="3489760"/>
            <a:ext cx="1650286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A9F1B8E4-75B3-361B-0D80-C9E392F14459}"/>
              </a:ext>
            </a:extLst>
          </p:cNvPr>
          <p:cNvSpPr/>
          <p:nvPr/>
        </p:nvSpPr>
        <p:spPr>
          <a:xfrm rot="16831541">
            <a:off x="10926445" y="3918950"/>
            <a:ext cx="795160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88CD801A-A63D-967D-FC50-5F25C5DE68F7}"/>
              </a:ext>
            </a:extLst>
          </p:cNvPr>
          <p:cNvSpPr/>
          <p:nvPr/>
        </p:nvSpPr>
        <p:spPr>
          <a:xfrm rot="563368">
            <a:off x="9474191" y="4053909"/>
            <a:ext cx="192730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58FE52DC-8167-8433-6173-7F1F8131C6BA}"/>
              </a:ext>
            </a:extLst>
          </p:cNvPr>
          <p:cNvGrpSpPr/>
          <p:nvPr/>
        </p:nvGrpSpPr>
        <p:grpSpPr>
          <a:xfrm>
            <a:off x="6855448" y="1748193"/>
            <a:ext cx="299895" cy="834655"/>
            <a:chOff x="4055360" y="333121"/>
            <a:chExt cx="347033" cy="965849"/>
          </a:xfrm>
        </p:grpSpPr>
        <p:sp>
          <p:nvSpPr>
            <p:cNvPr id="106" name="Rechteck: abgerundete Ecken 105">
              <a:extLst>
                <a:ext uri="{FF2B5EF4-FFF2-40B4-BE49-F238E27FC236}">
                  <a16:creationId xmlns:a16="http://schemas.microsoft.com/office/drawing/2014/main" id="{87704C5A-5EA8-569D-7FEE-D009ACF63BBA}"/>
                </a:ext>
              </a:extLst>
            </p:cNvPr>
            <p:cNvSpPr/>
            <p:nvPr/>
          </p:nvSpPr>
          <p:spPr>
            <a:xfrm rot="16831541">
              <a:off x="3795362" y="670152"/>
              <a:ext cx="94406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7" name="Ellipse 106">
              <a:extLst>
                <a:ext uri="{FF2B5EF4-FFF2-40B4-BE49-F238E27FC236}">
                  <a16:creationId xmlns:a16="http://schemas.microsoft.com/office/drawing/2014/main" id="{12D703C6-6A0D-BB94-8C7A-B2A8F644A9E9}"/>
                </a:ext>
              </a:extLst>
            </p:cNvPr>
            <p:cNvSpPr/>
            <p:nvPr/>
          </p:nvSpPr>
          <p:spPr>
            <a:xfrm>
              <a:off x="4055360" y="1000170"/>
              <a:ext cx="298800" cy="298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8" name="Bogen 107">
              <a:extLst>
                <a:ext uri="{FF2B5EF4-FFF2-40B4-BE49-F238E27FC236}">
                  <a16:creationId xmlns:a16="http://schemas.microsoft.com/office/drawing/2014/main" id="{4FED2CC8-283E-FCCE-2869-A2C88B11D805}"/>
                </a:ext>
              </a:extLst>
            </p:cNvPr>
            <p:cNvSpPr/>
            <p:nvPr/>
          </p:nvSpPr>
          <p:spPr>
            <a:xfrm rot="406834">
              <a:off x="4069150" y="997471"/>
              <a:ext cx="273600" cy="273600"/>
            </a:xfrm>
            <a:prstGeom prst="arc">
              <a:avLst>
                <a:gd name="adj1" fmla="val 11391794"/>
                <a:gd name="adj2" fmla="val 0"/>
              </a:avLst>
            </a:prstGeom>
            <a:ln>
              <a:noFill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3" name="Bogen 12">
            <a:extLst>
              <a:ext uri="{FF2B5EF4-FFF2-40B4-BE49-F238E27FC236}">
                <a16:creationId xmlns:a16="http://schemas.microsoft.com/office/drawing/2014/main" id="{4A21AE47-DF71-9D69-4666-4DC909346E6D}"/>
              </a:ext>
            </a:extLst>
          </p:cNvPr>
          <p:cNvSpPr/>
          <p:nvPr/>
        </p:nvSpPr>
        <p:spPr>
          <a:xfrm rot="406834">
            <a:off x="11280270" y="3550411"/>
            <a:ext cx="236436" cy="236436"/>
          </a:xfrm>
          <a:prstGeom prst="arc">
            <a:avLst>
              <a:gd name="adj1" fmla="val 11391794"/>
              <a:gd name="adj2" fmla="val 0"/>
            </a:avLst>
          </a:prstGeom>
          <a:ln>
            <a:noFill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61022F6F-48A5-CAA0-6BBD-3D29FE6A7925}"/>
              </a:ext>
            </a:extLst>
          </p:cNvPr>
          <p:cNvSpPr/>
          <p:nvPr/>
        </p:nvSpPr>
        <p:spPr>
          <a:xfrm rot="16200000">
            <a:off x="5773915" y="5240486"/>
            <a:ext cx="1229765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23682116-EEE4-6898-EFB6-89C7A0798B0A}"/>
              </a:ext>
            </a:extLst>
          </p:cNvPr>
          <p:cNvSpPr/>
          <p:nvPr/>
        </p:nvSpPr>
        <p:spPr>
          <a:xfrm rot="17400611">
            <a:off x="5987167" y="4338824"/>
            <a:ext cx="11023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333BC132-505A-5F6F-0338-F944FF051350}"/>
              </a:ext>
            </a:extLst>
          </p:cNvPr>
          <p:cNvCxnSpPr/>
          <p:nvPr/>
        </p:nvCxnSpPr>
        <p:spPr>
          <a:xfrm>
            <a:off x="6388798" y="5876630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D5CCBC4A-A486-5E4B-00C5-5FA56458227B}"/>
              </a:ext>
            </a:extLst>
          </p:cNvPr>
          <p:cNvCxnSpPr>
            <a:cxnSpLocks/>
          </p:cNvCxnSpPr>
          <p:nvPr/>
        </p:nvCxnSpPr>
        <p:spPr>
          <a:xfrm flipV="1">
            <a:off x="6388798" y="5409980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308038E1-7DD9-0C94-9676-85C2DCBA0129}"/>
              </a:ext>
            </a:extLst>
          </p:cNvPr>
          <p:cNvCxnSpPr>
            <a:cxnSpLocks/>
          </p:cNvCxnSpPr>
          <p:nvPr/>
        </p:nvCxnSpPr>
        <p:spPr>
          <a:xfrm flipV="1">
            <a:off x="6155472" y="5876630"/>
            <a:ext cx="233325" cy="233325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1510F4DE-43C8-AD3B-01EF-EB1D46C05939}"/>
              </a:ext>
            </a:extLst>
          </p:cNvPr>
          <p:cNvCxnSpPr>
            <a:cxnSpLocks/>
          </p:cNvCxnSpPr>
          <p:nvPr/>
        </p:nvCxnSpPr>
        <p:spPr>
          <a:xfrm flipV="1">
            <a:off x="6384407" y="4856844"/>
            <a:ext cx="0" cy="466650"/>
          </a:xfrm>
          <a:prstGeom prst="straightConnector1">
            <a:avLst/>
          </a:prstGeom>
          <a:ln>
            <a:solidFill>
              <a:schemeClr val="accent6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5BE6A6DF-A1AB-0B5D-A1E5-06E0FA7D77CE}"/>
              </a:ext>
            </a:extLst>
          </p:cNvPr>
          <p:cNvCxnSpPr/>
          <p:nvPr/>
        </p:nvCxnSpPr>
        <p:spPr>
          <a:xfrm>
            <a:off x="6388798" y="4856844"/>
            <a:ext cx="4666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BA8A6375-8A7A-B155-89AF-B7236841ACA3}"/>
              </a:ext>
            </a:extLst>
          </p:cNvPr>
          <p:cNvCxnSpPr>
            <a:cxnSpLocks/>
          </p:cNvCxnSpPr>
          <p:nvPr/>
        </p:nvCxnSpPr>
        <p:spPr>
          <a:xfrm flipV="1">
            <a:off x="6388798" y="4623519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D3664FF1-A0AA-7B75-282A-3996F1146EFC}"/>
              </a:ext>
            </a:extLst>
          </p:cNvPr>
          <p:cNvSpPr/>
          <p:nvPr/>
        </p:nvSpPr>
        <p:spPr>
          <a:xfrm rot="16831541">
            <a:off x="6193693" y="3463393"/>
            <a:ext cx="1157138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A4DFA1DC-EEB1-9E39-C06D-C827EB967CE9}"/>
              </a:ext>
            </a:extLst>
          </p:cNvPr>
          <p:cNvCxnSpPr>
            <a:cxnSpLocks/>
          </p:cNvCxnSpPr>
          <p:nvPr/>
        </p:nvCxnSpPr>
        <p:spPr>
          <a:xfrm rot="600000" flipV="1">
            <a:off x="10750376" y="2723321"/>
            <a:ext cx="0" cy="4666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554F7C84-EE5A-3A1B-5C17-07B52EFC385E}"/>
              </a:ext>
            </a:extLst>
          </p:cNvPr>
          <p:cNvCxnSpPr>
            <a:cxnSpLocks/>
          </p:cNvCxnSpPr>
          <p:nvPr/>
        </p:nvCxnSpPr>
        <p:spPr>
          <a:xfrm rot="600000">
            <a:off x="10706246" y="3226944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B76AF48E-5E9C-BBA4-FFED-1F7C108FFB3D}"/>
              </a:ext>
            </a:extLst>
          </p:cNvPr>
          <p:cNvCxnSpPr>
            <a:cxnSpLocks/>
          </p:cNvCxnSpPr>
          <p:nvPr/>
        </p:nvCxnSpPr>
        <p:spPr>
          <a:xfrm rot="600000" flipV="1">
            <a:off x="10728276" y="2975132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229EA725-83A0-064F-77C4-B5BF9D009FC9}"/>
              </a:ext>
            </a:extLst>
          </p:cNvPr>
          <p:cNvCxnSpPr>
            <a:cxnSpLocks/>
          </p:cNvCxnSpPr>
          <p:nvPr/>
        </p:nvCxnSpPr>
        <p:spPr>
          <a:xfrm rot="600000" flipV="1">
            <a:off x="11312235" y="3845295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58C94239-11D0-B885-8546-2CAEC3C2F587}"/>
              </a:ext>
            </a:extLst>
          </p:cNvPr>
          <p:cNvCxnSpPr>
            <a:cxnSpLocks/>
          </p:cNvCxnSpPr>
          <p:nvPr/>
        </p:nvCxnSpPr>
        <p:spPr>
          <a:xfrm rot="600000">
            <a:off x="11268105" y="4348918"/>
            <a:ext cx="466650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AABCEB4F-A130-F82F-60AA-C25C4CE2D696}"/>
              </a:ext>
            </a:extLst>
          </p:cNvPr>
          <p:cNvCxnSpPr>
            <a:cxnSpLocks/>
          </p:cNvCxnSpPr>
          <p:nvPr/>
        </p:nvCxnSpPr>
        <p:spPr>
          <a:xfrm rot="600000" flipV="1">
            <a:off x="11290135" y="4097107"/>
            <a:ext cx="233325" cy="233325"/>
          </a:xfrm>
          <a:prstGeom prst="straightConnector1">
            <a:avLst/>
          </a:prstGeom>
          <a:ln>
            <a:solidFill>
              <a:schemeClr val="accent6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BF98BCD9-391B-8466-A26B-A7C757A9CFAA}"/>
              </a:ext>
            </a:extLst>
          </p:cNvPr>
          <p:cNvSpPr/>
          <p:nvPr/>
        </p:nvSpPr>
        <p:spPr>
          <a:xfrm rot="16831541">
            <a:off x="6501163" y="2712314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8A828486-D342-D47F-E214-47E9CB6117CA}"/>
              </a:ext>
            </a:extLst>
          </p:cNvPr>
          <p:cNvSpPr/>
          <p:nvPr/>
        </p:nvSpPr>
        <p:spPr>
          <a:xfrm rot="707101">
            <a:off x="6939530" y="1747698"/>
            <a:ext cx="815827" cy="233325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3264899A-4D4C-D4A1-E2EF-C8B7AB484E88}"/>
              </a:ext>
            </a:extLst>
          </p:cNvPr>
          <p:cNvGrpSpPr/>
          <p:nvPr/>
        </p:nvGrpSpPr>
        <p:grpSpPr>
          <a:xfrm rot="373197">
            <a:off x="6949282" y="1026520"/>
            <a:ext cx="362782" cy="871298"/>
            <a:chOff x="6970635" y="914515"/>
            <a:chExt cx="419805" cy="1008252"/>
          </a:xfrm>
        </p:grpSpPr>
        <p:sp>
          <p:nvSpPr>
            <p:cNvPr id="100" name="Rechteck: abgerundete Ecken 99">
              <a:extLst>
                <a:ext uri="{FF2B5EF4-FFF2-40B4-BE49-F238E27FC236}">
                  <a16:creationId xmlns:a16="http://schemas.microsoft.com/office/drawing/2014/main" id="{16A97048-A93A-F7F2-9617-7C4C10850B09}"/>
                </a:ext>
              </a:extLst>
            </p:cNvPr>
            <p:cNvSpPr/>
            <p:nvPr/>
          </p:nvSpPr>
          <p:spPr>
            <a:xfrm rot="15742859">
              <a:off x="6941774" y="1608535"/>
              <a:ext cx="358464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1" name="Rechteck: abgerundete Ecken 100">
              <a:extLst>
                <a:ext uri="{FF2B5EF4-FFF2-40B4-BE49-F238E27FC236}">
                  <a16:creationId xmlns:a16="http://schemas.microsoft.com/office/drawing/2014/main" id="{66550604-B3F1-D381-1B34-53796E131F21}"/>
                </a:ext>
              </a:extLst>
            </p:cNvPr>
            <p:cNvSpPr/>
            <p:nvPr/>
          </p:nvSpPr>
          <p:spPr>
            <a:xfrm rot="15928222">
              <a:off x="6912814" y="1475954"/>
              <a:ext cx="38564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" name="Rechteck: abgerundete Ecken 101">
              <a:extLst>
                <a:ext uri="{FF2B5EF4-FFF2-40B4-BE49-F238E27FC236}">
                  <a16:creationId xmlns:a16="http://schemas.microsoft.com/office/drawing/2014/main" id="{89F35066-FFC2-EFD2-032E-FE19307CA01C}"/>
                </a:ext>
              </a:extLst>
            </p:cNvPr>
            <p:cNvSpPr/>
            <p:nvPr/>
          </p:nvSpPr>
          <p:spPr>
            <a:xfrm rot="16567275">
              <a:off x="6933187" y="1350527"/>
              <a:ext cx="35119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" name="Rechteck: abgerundete Ecken 102">
              <a:extLst>
                <a:ext uri="{FF2B5EF4-FFF2-40B4-BE49-F238E27FC236}">
                  <a16:creationId xmlns:a16="http://schemas.microsoft.com/office/drawing/2014/main" id="{AE9E80A6-CF6D-9B6D-038D-068160B32323}"/>
                </a:ext>
              </a:extLst>
            </p:cNvPr>
            <p:cNvSpPr/>
            <p:nvPr/>
          </p:nvSpPr>
          <p:spPr>
            <a:xfrm rot="17034940">
              <a:off x="6950366" y="1221115"/>
              <a:ext cx="361583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4" name="Rechteck: abgerundete Ecken 103">
              <a:extLst>
                <a:ext uri="{FF2B5EF4-FFF2-40B4-BE49-F238E27FC236}">
                  <a16:creationId xmlns:a16="http://schemas.microsoft.com/office/drawing/2014/main" id="{9EFAF903-2DE6-E848-93CE-20C274E9DAF4}"/>
                </a:ext>
              </a:extLst>
            </p:cNvPr>
            <p:cNvSpPr/>
            <p:nvPr/>
          </p:nvSpPr>
          <p:spPr>
            <a:xfrm rot="17874696">
              <a:off x="6981099" y="1087759"/>
              <a:ext cx="40125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5" name="Rechteck: abgerundete Ecken 104">
              <a:extLst>
                <a:ext uri="{FF2B5EF4-FFF2-40B4-BE49-F238E27FC236}">
                  <a16:creationId xmlns:a16="http://schemas.microsoft.com/office/drawing/2014/main" id="{42D9A478-1962-E8C9-2CF4-7BD8E2A8CC31}"/>
                </a:ext>
              </a:extLst>
            </p:cNvPr>
            <p:cNvSpPr/>
            <p:nvPr/>
          </p:nvSpPr>
          <p:spPr>
            <a:xfrm rot="18217372">
              <a:off x="7072179" y="962776"/>
              <a:ext cx="36652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25B93059-9195-0672-FF94-F9DD6B94615C}"/>
              </a:ext>
            </a:extLst>
          </p:cNvPr>
          <p:cNvGrpSpPr/>
          <p:nvPr/>
        </p:nvGrpSpPr>
        <p:grpSpPr>
          <a:xfrm rot="1459113" flipH="1">
            <a:off x="7560178" y="1167587"/>
            <a:ext cx="362782" cy="871298"/>
            <a:chOff x="6970635" y="914515"/>
            <a:chExt cx="419805" cy="1008252"/>
          </a:xfrm>
        </p:grpSpPr>
        <p:sp>
          <p:nvSpPr>
            <p:cNvPr id="94" name="Rechteck: abgerundete Ecken 93">
              <a:extLst>
                <a:ext uri="{FF2B5EF4-FFF2-40B4-BE49-F238E27FC236}">
                  <a16:creationId xmlns:a16="http://schemas.microsoft.com/office/drawing/2014/main" id="{22E5FE24-DACF-84C2-6532-C3273CDF3647}"/>
                </a:ext>
              </a:extLst>
            </p:cNvPr>
            <p:cNvSpPr/>
            <p:nvPr/>
          </p:nvSpPr>
          <p:spPr>
            <a:xfrm rot="15742859">
              <a:off x="6941774" y="1608535"/>
              <a:ext cx="358464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5" name="Rechteck: abgerundete Ecken 94">
              <a:extLst>
                <a:ext uri="{FF2B5EF4-FFF2-40B4-BE49-F238E27FC236}">
                  <a16:creationId xmlns:a16="http://schemas.microsoft.com/office/drawing/2014/main" id="{92D390C4-7A3A-30EB-CF4E-3AA4A8DCAE12}"/>
                </a:ext>
              </a:extLst>
            </p:cNvPr>
            <p:cNvSpPr/>
            <p:nvPr/>
          </p:nvSpPr>
          <p:spPr>
            <a:xfrm rot="15928222">
              <a:off x="6912814" y="1475954"/>
              <a:ext cx="38564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6" name="Rechteck: abgerundete Ecken 95">
              <a:extLst>
                <a:ext uri="{FF2B5EF4-FFF2-40B4-BE49-F238E27FC236}">
                  <a16:creationId xmlns:a16="http://schemas.microsoft.com/office/drawing/2014/main" id="{CD5A6F87-EFA3-BD4E-C14D-032199F11CB6}"/>
                </a:ext>
              </a:extLst>
            </p:cNvPr>
            <p:cNvSpPr/>
            <p:nvPr/>
          </p:nvSpPr>
          <p:spPr>
            <a:xfrm rot="16567275">
              <a:off x="6933187" y="1350527"/>
              <a:ext cx="35119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7" name="Rechteck: abgerundete Ecken 96">
              <a:extLst>
                <a:ext uri="{FF2B5EF4-FFF2-40B4-BE49-F238E27FC236}">
                  <a16:creationId xmlns:a16="http://schemas.microsoft.com/office/drawing/2014/main" id="{97FE6C60-FAA1-7BAF-ECBC-25A36EE59E6B}"/>
                </a:ext>
              </a:extLst>
            </p:cNvPr>
            <p:cNvSpPr/>
            <p:nvPr/>
          </p:nvSpPr>
          <p:spPr>
            <a:xfrm rot="17034940">
              <a:off x="6950366" y="1221115"/>
              <a:ext cx="361583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8" name="Rechteck: abgerundete Ecken 97">
              <a:extLst>
                <a:ext uri="{FF2B5EF4-FFF2-40B4-BE49-F238E27FC236}">
                  <a16:creationId xmlns:a16="http://schemas.microsoft.com/office/drawing/2014/main" id="{A4FE5F63-2ED8-0144-C34E-06301DD7640F}"/>
                </a:ext>
              </a:extLst>
            </p:cNvPr>
            <p:cNvSpPr/>
            <p:nvPr/>
          </p:nvSpPr>
          <p:spPr>
            <a:xfrm rot="17874696">
              <a:off x="6981099" y="1087759"/>
              <a:ext cx="40125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9" name="Rechteck: abgerundete Ecken 98">
              <a:extLst>
                <a:ext uri="{FF2B5EF4-FFF2-40B4-BE49-F238E27FC236}">
                  <a16:creationId xmlns:a16="http://schemas.microsoft.com/office/drawing/2014/main" id="{BC547A52-89B1-46E3-F985-BACECF5D13FE}"/>
                </a:ext>
              </a:extLst>
            </p:cNvPr>
            <p:cNvSpPr/>
            <p:nvPr/>
          </p:nvSpPr>
          <p:spPr>
            <a:xfrm rot="18217372">
              <a:off x="7072179" y="962776"/>
              <a:ext cx="366521" cy="270000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54F1036C-6FDA-F527-ADF8-BF8862B214C7}"/>
              </a:ext>
            </a:extLst>
          </p:cNvPr>
          <p:cNvCxnSpPr>
            <a:cxnSpLocks/>
          </p:cNvCxnSpPr>
          <p:nvPr/>
        </p:nvCxnSpPr>
        <p:spPr>
          <a:xfrm rot="600000" flipV="1">
            <a:off x="7696486" y="816333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2C82F31D-02C3-FA9E-070B-2AEAB597FBBA}"/>
              </a:ext>
            </a:extLst>
          </p:cNvPr>
          <p:cNvCxnSpPr>
            <a:cxnSpLocks/>
          </p:cNvCxnSpPr>
          <p:nvPr/>
        </p:nvCxnSpPr>
        <p:spPr>
          <a:xfrm rot="600000">
            <a:off x="7652357" y="1319956"/>
            <a:ext cx="466650" cy="0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A488F57D-7DE1-1A0A-950C-6B4F6C5347F5}"/>
              </a:ext>
            </a:extLst>
          </p:cNvPr>
          <p:cNvCxnSpPr>
            <a:cxnSpLocks/>
          </p:cNvCxnSpPr>
          <p:nvPr/>
        </p:nvCxnSpPr>
        <p:spPr>
          <a:xfrm rot="600000" flipV="1">
            <a:off x="7674386" y="1068145"/>
            <a:ext cx="233325" cy="233325"/>
          </a:xfrm>
          <a:prstGeom prst="straightConnector1">
            <a:avLst/>
          </a:prstGeom>
          <a:ln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Ellipse 35">
            <a:extLst>
              <a:ext uri="{FF2B5EF4-FFF2-40B4-BE49-F238E27FC236}">
                <a16:creationId xmlns:a16="http://schemas.microsoft.com/office/drawing/2014/main" id="{4D0ACBC0-3425-FA6D-9749-5837FE85B5B4}"/>
              </a:ext>
            </a:extLst>
          </p:cNvPr>
          <p:cNvSpPr/>
          <p:nvPr/>
        </p:nvSpPr>
        <p:spPr>
          <a:xfrm>
            <a:off x="9159629" y="2275370"/>
            <a:ext cx="2955452" cy="2955452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0BCCC02D-F397-F01E-C901-6668467F87F0}"/>
              </a:ext>
            </a:extLst>
          </p:cNvPr>
          <p:cNvSpPr/>
          <p:nvPr/>
        </p:nvSpPr>
        <p:spPr>
          <a:xfrm>
            <a:off x="6489536" y="2601453"/>
            <a:ext cx="933301" cy="933301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313A6D75-57AE-022F-8AA3-7A37B2C790CA}"/>
              </a:ext>
            </a:extLst>
          </p:cNvPr>
          <p:cNvCxnSpPr>
            <a:cxnSpLocks/>
            <a:stCxn id="37" idx="0"/>
            <a:endCxn id="36" idx="0"/>
          </p:cNvCxnSpPr>
          <p:nvPr/>
        </p:nvCxnSpPr>
        <p:spPr>
          <a:xfrm flipV="1">
            <a:off x="6956186" y="2275370"/>
            <a:ext cx="3681169" cy="32608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7D433576-A0CB-D99F-ED61-3835EEE29E54}"/>
              </a:ext>
            </a:extLst>
          </p:cNvPr>
          <p:cNvCxnSpPr>
            <a:cxnSpLocks/>
          </p:cNvCxnSpPr>
          <p:nvPr/>
        </p:nvCxnSpPr>
        <p:spPr>
          <a:xfrm flipH="1" flipV="1">
            <a:off x="6809523" y="3527023"/>
            <a:ext cx="3197008" cy="156314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E82FFF3C-2E60-EEFC-1058-13AEFD98D30F}"/>
                  </a:ext>
                </a:extLst>
              </p:cNvPr>
              <p:cNvSpPr txBox="1"/>
              <p:nvPr/>
            </p:nvSpPr>
            <p:spPr>
              <a:xfrm>
                <a:off x="6143425" y="6033226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E82FFF3C-2E60-EEFC-1058-13AEFD98D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425" y="6033226"/>
                <a:ext cx="237656" cy="239373"/>
              </a:xfrm>
              <a:prstGeom prst="rect">
                <a:avLst/>
              </a:prstGeom>
              <a:blipFill>
                <a:blip r:embed="rId2"/>
                <a:stretch>
                  <a:fillRect l="-35897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B742B3EA-CE0E-DC73-E14D-702D26DDCFF3}"/>
                  </a:ext>
                </a:extLst>
              </p:cNvPr>
              <p:cNvSpPr txBox="1"/>
              <p:nvPr/>
            </p:nvSpPr>
            <p:spPr>
              <a:xfrm>
                <a:off x="6873125" y="572583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B742B3EA-CE0E-DC73-E14D-702D26DDC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125" y="5725833"/>
                <a:ext cx="237656" cy="239373"/>
              </a:xfrm>
              <a:prstGeom prst="rect">
                <a:avLst/>
              </a:prstGeom>
              <a:blipFill>
                <a:blip r:embed="rId3"/>
                <a:stretch>
                  <a:fillRect l="-46154" r="-7692" b="-4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A37A1C59-FF8C-1A13-9506-5B72F8F75E45}"/>
                  </a:ext>
                </a:extLst>
              </p:cNvPr>
              <p:cNvSpPr txBox="1"/>
              <p:nvPr/>
            </p:nvSpPr>
            <p:spPr>
              <a:xfrm>
                <a:off x="6176680" y="5194180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A37A1C59-FF8C-1A13-9506-5B72F8F75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680" y="5194180"/>
                <a:ext cx="225022" cy="239373"/>
              </a:xfrm>
              <a:prstGeom prst="rect">
                <a:avLst/>
              </a:prstGeom>
              <a:blipFill>
                <a:blip r:embed="rId4"/>
                <a:stretch>
                  <a:fillRect l="-37838" r="-5405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2F407044-8A06-E8D2-7208-4EA29909DB81}"/>
                  </a:ext>
                </a:extLst>
              </p:cNvPr>
              <p:cNvSpPr txBox="1"/>
              <p:nvPr/>
            </p:nvSpPr>
            <p:spPr>
              <a:xfrm>
                <a:off x="6450504" y="5119802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2F407044-8A06-E8D2-7208-4EA29909D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504" y="5119802"/>
                <a:ext cx="237656" cy="239373"/>
              </a:xfrm>
              <a:prstGeom prst="rect">
                <a:avLst/>
              </a:prstGeom>
              <a:blipFill>
                <a:blip r:embed="rId5"/>
                <a:stretch>
                  <a:fillRect l="-46154" r="-5128" b="-487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8EC2A5F6-B391-DF2F-79C6-614A16C4A5A7}"/>
                  </a:ext>
                </a:extLst>
              </p:cNvPr>
              <p:cNvSpPr txBox="1"/>
              <p:nvPr/>
            </p:nvSpPr>
            <p:spPr>
              <a:xfrm>
                <a:off x="6873125" y="4798669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8EC2A5F6-B391-DF2F-79C6-614A16C4A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125" y="4798669"/>
                <a:ext cx="237656" cy="239373"/>
              </a:xfrm>
              <a:prstGeom prst="rect">
                <a:avLst/>
              </a:prstGeom>
              <a:blipFill>
                <a:blip r:embed="rId6"/>
                <a:stretch>
                  <a:fillRect l="-35897" r="-5128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A426933D-F7D5-2382-9680-13DA18F1263B}"/>
                  </a:ext>
                </a:extLst>
              </p:cNvPr>
              <p:cNvSpPr txBox="1"/>
              <p:nvPr/>
            </p:nvSpPr>
            <p:spPr>
              <a:xfrm>
                <a:off x="6605440" y="4345625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A426933D-F7D5-2382-9680-13DA18F12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440" y="4345625"/>
                <a:ext cx="225022" cy="239373"/>
              </a:xfrm>
              <a:prstGeom prst="rect">
                <a:avLst/>
              </a:prstGeom>
              <a:blipFill>
                <a:blip r:embed="rId7"/>
                <a:stretch>
                  <a:fillRect l="-41667" r="-277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86A4DAB5-381A-145B-F645-04CCD40E4AA2}"/>
              </a:ext>
            </a:extLst>
          </p:cNvPr>
          <p:cNvCxnSpPr>
            <a:cxnSpLocks/>
          </p:cNvCxnSpPr>
          <p:nvPr/>
        </p:nvCxnSpPr>
        <p:spPr>
          <a:xfrm rot="1200000" flipV="1">
            <a:off x="6768547" y="3604337"/>
            <a:ext cx="0" cy="4666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F868E45D-3789-943E-E1F6-66307FB9AE34}"/>
              </a:ext>
            </a:extLst>
          </p:cNvPr>
          <p:cNvCxnSpPr>
            <a:cxnSpLocks/>
          </p:cNvCxnSpPr>
          <p:nvPr/>
        </p:nvCxnSpPr>
        <p:spPr>
          <a:xfrm rot="1200000">
            <a:off x="6669824" y="4130704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ECDB2CA1-A2A3-D9F3-40A1-0AF21A27C508}"/>
              </a:ext>
            </a:extLst>
          </p:cNvPr>
          <p:cNvCxnSpPr>
            <a:cxnSpLocks/>
          </p:cNvCxnSpPr>
          <p:nvPr/>
        </p:nvCxnSpPr>
        <p:spPr>
          <a:xfrm rot="1200000" flipV="1">
            <a:off x="6716761" y="3864511"/>
            <a:ext cx="233325" cy="233325"/>
          </a:xfrm>
          <a:prstGeom prst="straightConnector1">
            <a:avLst/>
          </a:prstGeom>
          <a:ln>
            <a:solidFill>
              <a:srgbClr val="00B0F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265E1599-AC26-F696-096C-D08613977F88}"/>
              </a:ext>
            </a:extLst>
          </p:cNvPr>
          <p:cNvCxnSpPr>
            <a:cxnSpLocks/>
          </p:cNvCxnSpPr>
          <p:nvPr/>
        </p:nvCxnSpPr>
        <p:spPr>
          <a:xfrm rot="600000" flipV="1">
            <a:off x="6890036" y="2667553"/>
            <a:ext cx="0" cy="4666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AA4D9689-14F1-A8A3-F423-68D711388565}"/>
              </a:ext>
            </a:extLst>
          </p:cNvPr>
          <p:cNvCxnSpPr>
            <a:cxnSpLocks/>
          </p:cNvCxnSpPr>
          <p:nvPr/>
        </p:nvCxnSpPr>
        <p:spPr>
          <a:xfrm rot="600000">
            <a:off x="6845907" y="3171176"/>
            <a:ext cx="46665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96E6143E-CA14-03AE-71B1-E64EA3559FAA}"/>
              </a:ext>
            </a:extLst>
          </p:cNvPr>
          <p:cNvCxnSpPr>
            <a:cxnSpLocks/>
          </p:cNvCxnSpPr>
          <p:nvPr/>
        </p:nvCxnSpPr>
        <p:spPr>
          <a:xfrm rot="600000" flipV="1">
            <a:off x="6867936" y="2919364"/>
            <a:ext cx="233325" cy="233325"/>
          </a:xfrm>
          <a:prstGeom prst="straightConnector1">
            <a:avLst/>
          </a:prstGeom>
          <a:ln>
            <a:solidFill>
              <a:schemeClr val="accent4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E581648E-AD98-8A32-F8AF-26E3AB1205A5}"/>
              </a:ext>
            </a:extLst>
          </p:cNvPr>
          <p:cNvCxnSpPr>
            <a:cxnSpLocks/>
          </p:cNvCxnSpPr>
          <p:nvPr/>
        </p:nvCxnSpPr>
        <p:spPr>
          <a:xfrm rot="600000" flipV="1">
            <a:off x="6890037" y="2667554"/>
            <a:ext cx="0" cy="466650"/>
          </a:xfrm>
          <a:prstGeom prst="straightConnector1">
            <a:avLst/>
          </a:prstGeom>
          <a:ln>
            <a:solidFill>
              <a:srgbClr val="00B0F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200D86DC-68EA-275B-171C-BB2DDC850F67}"/>
              </a:ext>
            </a:extLst>
          </p:cNvPr>
          <p:cNvCxnSpPr>
            <a:cxnSpLocks/>
          </p:cNvCxnSpPr>
          <p:nvPr/>
        </p:nvCxnSpPr>
        <p:spPr>
          <a:xfrm rot="600000">
            <a:off x="6845908" y="3171176"/>
            <a:ext cx="466650" cy="0"/>
          </a:xfrm>
          <a:prstGeom prst="straightConnector1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C0351909-7EDE-2A3B-5287-1E1DAC4FFEFE}"/>
              </a:ext>
            </a:extLst>
          </p:cNvPr>
          <p:cNvCxnSpPr>
            <a:cxnSpLocks/>
          </p:cNvCxnSpPr>
          <p:nvPr/>
        </p:nvCxnSpPr>
        <p:spPr>
          <a:xfrm rot="600000" flipV="1">
            <a:off x="6867937" y="2919365"/>
            <a:ext cx="233325" cy="233325"/>
          </a:xfrm>
          <a:prstGeom prst="straightConnector1">
            <a:avLst/>
          </a:prstGeom>
          <a:ln>
            <a:solidFill>
              <a:schemeClr val="accent6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00525791-5406-2ABA-FB74-36DC5121B4B4}"/>
                  </a:ext>
                </a:extLst>
              </p:cNvPr>
              <p:cNvSpPr txBox="1"/>
              <p:nvPr/>
            </p:nvSpPr>
            <p:spPr>
              <a:xfrm>
                <a:off x="7101707" y="4133250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00525791-5406-2ABA-FB74-36DC5121B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707" y="4133250"/>
                <a:ext cx="237656" cy="239373"/>
              </a:xfrm>
              <a:prstGeom prst="rect">
                <a:avLst/>
              </a:prstGeom>
              <a:blipFill>
                <a:blip r:embed="rId8"/>
                <a:stretch>
                  <a:fillRect l="-46154" r="-5128" b="-487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D1C4FE72-37BE-F91C-D642-BB7748EB6BAD}"/>
                  </a:ext>
                </a:extLst>
              </p:cNvPr>
              <p:cNvSpPr txBox="1"/>
              <p:nvPr/>
            </p:nvSpPr>
            <p:spPr>
              <a:xfrm>
                <a:off x="6607797" y="3369322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6" name="Textfeld 55">
                <a:extLst>
                  <a:ext uri="{FF2B5EF4-FFF2-40B4-BE49-F238E27FC236}">
                    <a16:creationId xmlns:a16="http://schemas.microsoft.com/office/drawing/2014/main" id="{D1C4FE72-37BE-F91C-D642-BB7748EB6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7797" y="3369322"/>
                <a:ext cx="237656" cy="239373"/>
              </a:xfrm>
              <a:prstGeom prst="rect">
                <a:avLst/>
              </a:prstGeom>
              <a:blipFill>
                <a:blip r:embed="rId9"/>
                <a:stretch>
                  <a:fillRect l="-35897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61F26E2F-FB3B-1C6A-9259-C2B0C8DA82FC}"/>
                  </a:ext>
                </a:extLst>
              </p:cNvPr>
              <p:cNvSpPr txBox="1"/>
              <p:nvPr/>
            </p:nvSpPr>
            <p:spPr>
              <a:xfrm>
                <a:off x="7007045" y="3663186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61F26E2F-FB3B-1C6A-9259-C2B0C8DA8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045" y="3663186"/>
                <a:ext cx="225022" cy="239373"/>
              </a:xfrm>
              <a:prstGeom prst="rect">
                <a:avLst/>
              </a:prstGeom>
              <a:blipFill>
                <a:blip r:embed="rId10"/>
                <a:stretch>
                  <a:fillRect l="-37838" r="-5405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FF363309-ACA7-632B-5EBC-3B8A7D5ECB93}"/>
                  </a:ext>
                </a:extLst>
              </p:cNvPr>
              <p:cNvSpPr txBox="1"/>
              <p:nvPr/>
            </p:nvSpPr>
            <p:spPr>
              <a:xfrm>
                <a:off x="11145121" y="3185130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FF363309-ACA7-632B-5EBC-3B8A7D5EC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5121" y="3185130"/>
                <a:ext cx="237656" cy="239373"/>
              </a:xfrm>
              <a:prstGeom prst="rect">
                <a:avLst/>
              </a:prstGeom>
              <a:blipFill>
                <a:blip r:embed="rId11"/>
                <a:stretch>
                  <a:fillRect l="-46154" r="-7692" b="-4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DBF1468C-4025-1B0C-EE3D-8DE9BFF59054}"/>
                  </a:ext>
                </a:extLst>
              </p:cNvPr>
              <p:cNvSpPr txBox="1"/>
              <p:nvPr/>
            </p:nvSpPr>
            <p:spPr>
              <a:xfrm>
                <a:off x="10969168" y="2735090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59" name="Textfeld 58">
                <a:extLst>
                  <a:ext uri="{FF2B5EF4-FFF2-40B4-BE49-F238E27FC236}">
                    <a16:creationId xmlns:a16="http://schemas.microsoft.com/office/drawing/2014/main" id="{DBF1468C-4025-1B0C-EE3D-8DE9BFF59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168" y="2735090"/>
                <a:ext cx="225022" cy="239373"/>
              </a:xfrm>
              <a:prstGeom prst="rect">
                <a:avLst/>
              </a:prstGeom>
              <a:blipFill>
                <a:blip r:embed="rId12"/>
                <a:stretch>
                  <a:fillRect l="-37838" r="-5405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28D195A4-E146-685E-A204-C6E91E6229B5}"/>
                  </a:ext>
                </a:extLst>
              </p:cNvPr>
              <p:cNvSpPr txBox="1"/>
              <p:nvPr/>
            </p:nvSpPr>
            <p:spPr>
              <a:xfrm>
                <a:off x="10750376" y="2441968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28D195A4-E146-685E-A204-C6E91E622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376" y="2441968"/>
                <a:ext cx="237656" cy="239373"/>
              </a:xfrm>
              <a:prstGeom prst="rect">
                <a:avLst/>
              </a:prstGeom>
              <a:blipFill>
                <a:blip r:embed="rId13"/>
                <a:stretch>
                  <a:fillRect l="-39474" r="-7895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1CAA101D-AF99-40B5-AF51-1B89BC8FE4F7}"/>
                  </a:ext>
                </a:extLst>
              </p:cNvPr>
              <p:cNvSpPr txBox="1"/>
              <p:nvPr/>
            </p:nvSpPr>
            <p:spPr>
              <a:xfrm>
                <a:off x="11707016" y="4296152"/>
                <a:ext cx="237656" cy="2393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1CAA101D-AF99-40B5-AF51-1B89BC8FE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7016" y="4296152"/>
                <a:ext cx="237656" cy="239373"/>
              </a:xfrm>
              <a:prstGeom prst="rect">
                <a:avLst/>
              </a:prstGeom>
              <a:blipFill>
                <a:blip r:embed="rId14"/>
                <a:stretch>
                  <a:fillRect l="-35897" r="-7692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0600D594-E3E5-3C59-69DA-706FE1699391}"/>
                  </a:ext>
                </a:extLst>
              </p:cNvPr>
              <p:cNvSpPr txBox="1"/>
              <p:nvPr/>
            </p:nvSpPr>
            <p:spPr>
              <a:xfrm>
                <a:off x="11312560" y="3589735"/>
                <a:ext cx="22502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0600D594-E3E5-3C59-69DA-706FE1699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2560" y="3589735"/>
                <a:ext cx="225022" cy="239373"/>
              </a:xfrm>
              <a:prstGeom prst="rect">
                <a:avLst/>
              </a:prstGeom>
              <a:blipFill>
                <a:blip r:embed="rId15"/>
                <a:stretch>
                  <a:fillRect l="-37838" r="-2703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feld 62">
                <a:extLst>
                  <a:ext uri="{FF2B5EF4-FFF2-40B4-BE49-F238E27FC236}">
                    <a16:creationId xmlns:a16="http://schemas.microsoft.com/office/drawing/2014/main" id="{931DBCDC-31FB-F9BA-F78E-CEEB77FFB9B9}"/>
                  </a:ext>
                </a:extLst>
              </p:cNvPr>
              <p:cNvSpPr txBox="1"/>
              <p:nvPr/>
            </p:nvSpPr>
            <p:spPr>
              <a:xfrm>
                <a:off x="11578957" y="3928054"/>
                <a:ext cx="230562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3" name="Textfeld 62">
                <a:extLst>
                  <a:ext uri="{FF2B5EF4-FFF2-40B4-BE49-F238E27FC236}">
                    <a16:creationId xmlns:a16="http://schemas.microsoft.com/office/drawing/2014/main" id="{931DBCDC-31FB-F9BA-F78E-CEEB77FFB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8957" y="3928054"/>
                <a:ext cx="230562" cy="239373"/>
              </a:xfrm>
              <a:prstGeom prst="rect">
                <a:avLst/>
              </a:prstGeom>
              <a:blipFill>
                <a:blip r:embed="rId16"/>
                <a:stretch>
                  <a:fillRect l="-47368" r="-5263" b="-4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feld 63">
                <a:extLst>
                  <a:ext uri="{FF2B5EF4-FFF2-40B4-BE49-F238E27FC236}">
                    <a16:creationId xmlns:a16="http://schemas.microsoft.com/office/drawing/2014/main" id="{14399779-B9D6-7424-5A0C-57C42645B683}"/>
                  </a:ext>
                </a:extLst>
              </p:cNvPr>
              <p:cNvSpPr txBox="1"/>
              <p:nvPr/>
            </p:nvSpPr>
            <p:spPr>
              <a:xfrm>
                <a:off x="8147015" y="1297928"/>
                <a:ext cx="383497" cy="2578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𝑡𝑐𝑝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4" name="Textfeld 63">
                <a:extLst>
                  <a:ext uri="{FF2B5EF4-FFF2-40B4-BE49-F238E27FC236}">
                    <a16:creationId xmlns:a16="http://schemas.microsoft.com/office/drawing/2014/main" id="{14399779-B9D6-7424-5A0C-57C42645B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7015" y="1297928"/>
                <a:ext cx="383497" cy="257881"/>
              </a:xfrm>
              <a:prstGeom prst="rect">
                <a:avLst/>
              </a:prstGeom>
              <a:blipFill>
                <a:blip r:embed="rId17"/>
                <a:stretch>
                  <a:fillRect l="-25397" r="-11111" b="-4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feld 64">
                <a:extLst>
                  <a:ext uri="{FF2B5EF4-FFF2-40B4-BE49-F238E27FC236}">
                    <a16:creationId xmlns:a16="http://schemas.microsoft.com/office/drawing/2014/main" id="{EDA172A5-8138-D83C-83B5-A6E054246D01}"/>
                  </a:ext>
                </a:extLst>
              </p:cNvPr>
              <p:cNvSpPr txBox="1"/>
              <p:nvPr/>
            </p:nvSpPr>
            <p:spPr>
              <a:xfrm>
                <a:off x="7991237" y="884854"/>
                <a:ext cx="384937" cy="2578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𝑡𝑐𝑝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5" name="Textfeld 64">
                <a:extLst>
                  <a:ext uri="{FF2B5EF4-FFF2-40B4-BE49-F238E27FC236}">
                    <a16:creationId xmlns:a16="http://schemas.microsoft.com/office/drawing/2014/main" id="{EDA172A5-8138-D83C-83B5-A6E054246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1237" y="884854"/>
                <a:ext cx="384937" cy="257881"/>
              </a:xfrm>
              <a:prstGeom prst="rect">
                <a:avLst/>
              </a:prstGeom>
              <a:blipFill>
                <a:blip r:embed="rId18"/>
                <a:stretch>
                  <a:fillRect l="-31746" r="-9524" b="-452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50A58D66-E401-59CB-E3DA-475CD32824BD}"/>
                  </a:ext>
                </a:extLst>
              </p:cNvPr>
              <p:cNvSpPr txBox="1"/>
              <p:nvPr/>
            </p:nvSpPr>
            <p:spPr>
              <a:xfrm>
                <a:off x="7798168" y="634597"/>
                <a:ext cx="370863" cy="2578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𝑡𝑐𝑝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50A58D66-E401-59CB-E3DA-475CD3282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8168" y="634597"/>
                <a:ext cx="370863" cy="257881"/>
              </a:xfrm>
              <a:prstGeom prst="rect">
                <a:avLst/>
              </a:prstGeom>
              <a:blipFill>
                <a:blip r:embed="rId19"/>
                <a:stretch>
                  <a:fillRect l="-26230" r="-9836" b="-452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Bogen 66">
            <a:extLst>
              <a:ext uri="{FF2B5EF4-FFF2-40B4-BE49-F238E27FC236}">
                <a16:creationId xmlns:a16="http://schemas.microsoft.com/office/drawing/2014/main" id="{1ADA7AB0-3668-2C96-9464-C3EE0BADE89E}"/>
              </a:ext>
            </a:extLst>
          </p:cNvPr>
          <p:cNvSpPr/>
          <p:nvPr/>
        </p:nvSpPr>
        <p:spPr>
          <a:xfrm>
            <a:off x="6226385" y="5582927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Bogen 67">
            <a:extLst>
              <a:ext uri="{FF2B5EF4-FFF2-40B4-BE49-F238E27FC236}">
                <a16:creationId xmlns:a16="http://schemas.microsoft.com/office/drawing/2014/main" id="{203EBFC0-0D9C-27C8-053A-6DD16AED6F20}"/>
              </a:ext>
            </a:extLst>
          </p:cNvPr>
          <p:cNvSpPr/>
          <p:nvPr/>
        </p:nvSpPr>
        <p:spPr>
          <a:xfrm rot="2701103">
            <a:off x="6413782" y="4594639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" name="Bogen 68">
            <a:extLst>
              <a:ext uri="{FF2B5EF4-FFF2-40B4-BE49-F238E27FC236}">
                <a16:creationId xmlns:a16="http://schemas.microsoft.com/office/drawing/2014/main" id="{10BFE097-B59D-BD83-2D89-66454DA5B69B}"/>
              </a:ext>
            </a:extLst>
          </p:cNvPr>
          <p:cNvSpPr/>
          <p:nvPr/>
        </p:nvSpPr>
        <p:spPr>
          <a:xfrm rot="3185177">
            <a:off x="6738905" y="3879631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Bogen 69">
            <a:extLst>
              <a:ext uri="{FF2B5EF4-FFF2-40B4-BE49-F238E27FC236}">
                <a16:creationId xmlns:a16="http://schemas.microsoft.com/office/drawing/2014/main" id="{76973310-2F7C-6AB4-10DE-29A5569B36D6}"/>
              </a:ext>
            </a:extLst>
          </p:cNvPr>
          <p:cNvSpPr/>
          <p:nvPr/>
        </p:nvSpPr>
        <p:spPr>
          <a:xfrm rot="3185177">
            <a:off x="10761944" y="2962725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Bogen 70">
            <a:extLst>
              <a:ext uri="{FF2B5EF4-FFF2-40B4-BE49-F238E27FC236}">
                <a16:creationId xmlns:a16="http://schemas.microsoft.com/office/drawing/2014/main" id="{8E43FF7C-A77C-6C6E-C2B3-AA13DF917504}"/>
              </a:ext>
            </a:extLst>
          </p:cNvPr>
          <p:cNvSpPr/>
          <p:nvPr/>
        </p:nvSpPr>
        <p:spPr>
          <a:xfrm rot="809623">
            <a:off x="11183207" y="3871812"/>
            <a:ext cx="311100" cy="155550"/>
          </a:xfrm>
          <a:prstGeom prst="arc">
            <a:avLst>
              <a:gd name="adj1" fmla="val 19123650"/>
              <a:gd name="adj2" fmla="val 1303965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Ellipse 71">
            <a:extLst>
              <a:ext uri="{FF2B5EF4-FFF2-40B4-BE49-F238E27FC236}">
                <a16:creationId xmlns:a16="http://schemas.microsoft.com/office/drawing/2014/main" id="{508FC80E-E28D-820A-393B-87BD2CD949FB}"/>
              </a:ext>
            </a:extLst>
          </p:cNvPr>
          <p:cNvSpPr/>
          <p:nvPr/>
        </p:nvSpPr>
        <p:spPr>
          <a:xfrm>
            <a:off x="7629131" y="1244166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D47A656F-0057-48B6-EF51-DE9E1083E2E8}"/>
              </a:ext>
            </a:extLst>
          </p:cNvPr>
          <p:cNvSpPr/>
          <p:nvPr/>
        </p:nvSpPr>
        <p:spPr>
          <a:xfrm>
            <a:off x="6828877" y="3090451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B0F30E96-FE71-B4D3-262D-E5396BC57F13}"/>
              </a:ext>
            </a:extLst>
          </p:cNvPr>
          <p:cNvSpPr/>
          <p:nvPr/>
        </p:nvSpPr>
        <p:spPr>
          <a:xfrm>
            <a:off x="6660298" y="4009681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6CC4E3AB-7A49-4F5D-8909-DDDB82C3807C}"/>
              </a:ext>
            </a:extLst>
          </p:cNvPr>
          <p:cNvSpPr/>
          <p:nvPr/>
        </p:nvSpPr>
        <p:spPr>
          <a:xfrm>
            <a:off x="6353297" y="4830611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D5C2822C-5A8F-02B5-DFBC-5C0A8E41DD2C}"/>
              </a:ext>
            </a:extLst>
          </p:cNvPr>
          <p:cNvSpPr/>
          <p:nvPr/>
        </p:nvSpPr>
        <p:spPr>
          <a:xfrm>
            <a:off x="6357687" y="5845520"/>
            <a:ext cx="62220" cy="6222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F9E37583-8D4A-D77F-E1B1-315019EE5B0A}"/>
                  </a:ext>
                </a:extLst>
              </p:cNvPr>
              <p:cNvSpPr txBox="1"/>
              <p:nvPr/>
            </p:nvSpPr>
            <p:spPr>
              <a:xfrm>
                <a:off x="6582557" y="5418951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F9E37583-8D4A-D77F-E1B1-315019EE5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557" y="5418951"/>
                <a:ext cx="237656" cy="239373"/>
              </a:xfrm>
              <a:prstGeom prst="rect">
                <a:avLst/>
              </a:prstGeom>
              <a:blipFill>
                <a:blip r:embed="rId20"/>
                <a:stretch>
                  <a:fillRect l="-46154" r="-2564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9BFAF949-89D2-D950-6F40-1D8CE2706474}"/>
                  </a:ext>
                </a:extLst>
              </p:cNvPr>
              <p:cNvSpPr txBox="1"/>
              <p:nvPr/>
            </p:nvSpPr>
            <p:spPr>
              <a:xfrm>
                <a:off x="6756289" y="454410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9BFAF949-89D2-D950-6F40-1D8CE2706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289" y="4544103"/>
                <a:ext cx="237656" cy="239373"/>
              </a:xfrm>
              <a:prstGeom prst="rect">
                <a:avLst/>
              </a:prstGeom>
              <a:blipFill>
                <a:blip r:embed="rId21"/>
                <a:stretch>
                  <a:fillRect l="-43590" r="-7692" b="-3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feld 78">
                <a:extLst>
                  <a:ext uri="{FF2B5EF4-FFF2-40B4-BE49-F238E27FC236}">
                    <a16:creationId xmlns:a16="http://schemas.microsoft.com/office/drawing/2014/main" id="{61772ED7-1B9F-EA64-06D4-AB9FBFD6BB2C}"/>
                  </a:ext>
                </a:extLst>
              </p:cNvPr>
              <p:cNvSpPr txBox="1"/>
              <p:nvPr/>
            </p:nvSpPr>
            <p:spPr>
              <a:xfrm>
                <a:off x="7063331" y="3882443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9" name="Textfeld 78">
                <a:extLst>
                  <a:ext uri="{FF2B5EF4-FFF2-40B4-BE49-F238E27FC236}">
                    <a16:creationId xmlns:a16="http://schemas.microsoft.com/office/drawing/2014/main" id="{61772ED7-1B9F-EA64-06D4-AB9FBFD6B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331" y="3882443"/>
                <a:ext cx="237656" cy="239373"/>
              </a:xfrm>
              <a:prstGeom prst="rect">
                <a:avLst/>
              </a:prstGeom>
              <a:blipFill>
                <a:blip r:embed="rId22"/>
                <a:stretch>
                  <a:fillRect l="-46154" r="-5128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feld 79">
                <a:extLst>
                  <a:ext uri="{FF2B5EF4-FFF2-40B4-BE49-F238E27FC236}">
                    <a16:creationId xmlns:a16="http://schemas.microsoft.com/office/drawing/2014/main" id="{7D06F109-E876-1C38-7599-13EB94E9B99B}"/>
                  </a:ext>
                </a:extLst>
              </p:cNvPr>
              <p:cNvSpPr txBox="1"/>
              <p:nvPr/>
            </p:nvSpPr>
            <p:spPr>
              <a:xfrm>
                <a:off x="11105168" y="2937591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0" name="Textfeld 79">
                <a:extLst>
                  <a:ext uri="{FF2B5EF4-FFF2-40B4-BE49-F238E27FC236}">
                    <a16:creationId xmlns:a16="http://schemas.microsoft.com/office/drawing/2014/main" id="{7D06F109-E876-1C38-7599-13EB94E9B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5168" y="2937591"/>
                <a:ext cx="237656" cy="239373"/>
              </a:xfrm>
              <a:prstGeom prst="rect">
                <a:avLst/>
              </a:prstGeom>
              <a:blipFill>
                <a:blip r:embed="rId23"/>
                <a:stretch>
                  <a:fillRect l="-46154" r="-2564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feld 80">
                <a:extLst>
                  <a:ext uri="{FF2B5EF4-FFF2-40B4-BE49-F238E27FC236}">
                    <a16:creationId xmlns:a16="http://schemas.microsoft.com/office/drawing/2014/main" id="{17CC7B4C-50A4-AA05-784F-F235BA6FAB9C}"/>
                  </a:ext>
                </a:extLst>
              </p:cNvPr>
              <p:cNvSpPr txBox="1"/>
              <p:nvPr/>
            </p:nvSpPr>
            <p:spPr>
              <a:xfrm>
                <a:off x="11563811" y="3702434"/>
                <a:ext cx="23765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1" name="Textfeld 80">
                <a:extLst>
                  <a:ext uri="{FF2B5EF4-FFF2-40B4-BE49-F238E27FC236}">
                    <a16:creationId xmlns:a16="http://schemas.microsoft.com/office/drawing/2014/main" id="{17CC7B4C-50A4-AA05-784F-F235BA6FA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3811" y="3702434"/>
                <a:ext cx="237656" cy="239373"/>
              </a:xfrm>
              <a:prstGeom prst="rect">
                <a:avLst/>
              </a:prstGeom>
              <a:blipFill>
                <a:blip r:embed="rId24"/>
                <a:stretch>
                  <a:fillRect l="-46154" r="-7692" b="-3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6A880A9F-0D21-02A5-150B-4331C52F7EB9}"/>
              </a:ext>
            </a:extLst>
          </p:cNvPr>
          <p:cNvCxnSpPr>
            <a:cxnSpLocks/>
          </p:cNvCxnSpPr>
          <p:nvPr/>
        </p:nvCxnSpPr>
        <p:spPr>
          <a:xfrm>
            <a:off x="5995787" y="4868030"/>
            <a:ext cx="0" cy="10208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feld 82">
                <a:extLst>
                  <a:ext uri="{FF2B5EF4-FFF2-40B4-BE49-F238E27FC236}">
                    <a16:creationId xmlns:a16="http://schemas.microsoft.com/office/drawing/2014/main" id="{57B3B1EA-F996-2099-016F-37E642439411}"/>
                  </a:ext>
                </a:extLst>
              </p:cNvPr>
              <p:cNvSpPr txBox="1"/>
              <p:nvPr/>
            </p:nvSpPr>
            <p:spPr>
              <a:xfrm>
                <a:off x="5735960" y="5290293"/>
                <a:ext cx="243307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3" name="Textfeld 82">
                <a:extLst>
                  <a:ext uri="{FF2B5EF4-FFF2-40B4-BE49-F238E27FC236}">
                    <a16:creationId xmlns:a16="http://schemas.microsoft.com/office/drawing/2014/main" id="{57B3B1EA-F996-2099-016F-37E642439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0" y="5290293"/>
                <a:ext cx="243307" cy="239373"/>
              </a:xfrm>
              <a:prstGeom prst="rect">
                <a:avLst/>
              </a:prstGeom>
              <a:blipFill>
                <a:blip r:embed="rId25"/>
                <a:stretch>
                  <a:fillRect l="-45000" r="-5000" b="-35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0918DAE3-7A47-55CF-3B68-5BBC358061DE}"/>
              </a:ext>
            </a:extLst>
          </p:cNvPr>
          <p:cNvCxnSpPr>
            <a:cxnSpLocks/>
          </p:cNvCxnSpPr>
          <p:nvPr/>
        </p:nvCxnSpPr>
        <p:spPr>
          <a:xfrm flipH="1">
            <a:off x="5995787" y="3935287"/>
            <a:ext cx="295276" cy="8259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B46DD7C9-F97C-E075-0A41-B48A0C874789}"/>
                  </a:ext>
                </a:extLst>
              </p:cNvPr>
              <p:cNvSpPr txBox="1"/>
              <p:nvPr/>
            </p:nvSpPr>
            <p:spPr>
              <a:xfrm>
                <a:off x="5909014" y="4129370"/>
                <a:ext cx="243751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B46DD7C9-F97C-E075-0A41-B48A0C874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9014" y="4129370"/>
                <a:ext cx="243751" cy="239373"/>
              </a:xfrm>
              <a:prstGeom prst="rect">
                <a:avLst/>
              </a:prstGeom>
              <a:blipFill>
                <a:blip r:embed="rId26"/>
                <a:stretch>
                  <a:fillRect l="-35000" r="-7500" b="-3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Gerade Verbindung mit Pfeil 85">
            <a:extLst>
              <a:ext uri="{FF2B5EF4-FFF2-40B4-BE49-F238E27FC236}">
                <a16:creationId xmlns:a16="http://schemas.microsoft.com/office/drawing/2014/main" id="{9D3D83E9-606D-F91B-6D9B-8B7EDE583514}"/>
              </a:ext>
            </a:extLst>
          </p:cNvPr>
          <p:cNvCxnSpPr>
            <a:cxnSpLocks/>
          </p:cNvCxnSpPr>
          <p:nvPr/>
        </p:nvCxnSpPr>
        <p:spPr>
          <a:xfrm flipH="1">
            <a:off x="6293016" y="3034342"/>
            <a:ext cx="161425" cy="89541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865EE09F-09FE-D7E5-FE5D-825616328B44}"/>
                  </a:ext>
                </a:extLst>
              </p:cNvPr>
              <p:cNvSpPr txBox="1"/>
              <p:nvPr/>
            </p:nvSpPr>
            <p:spPr>
              <a:xfrm>
                <a:off x="6147242" y="3255842"/>
                <a:ext cx="243751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865EE09F-09FE-D7E5-FE5D-825616328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7242" y="3255842"/>
                <a:ext cx="243751" cy="239373"/>
              </a:xfrm>
              <a:prstGeom prst="rect">
                <a:avLst/>
              </a:prstGeom>
              <a:blipFill>
                <a:blip r:embed="rId27"/>
                <a:stretch>
                  <a:fillRect l="-35000" r="-7500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D3ACD1C6-7378-E091-B285-88294C833CFE}"/>
              </a:ext>
            </a:extLst>
          </p:cNvPr>
          <p:cNvCxnSpPr>
            <a:cxnSpLocks/>
          </p:cNvCxnSpPr>
          <p:nvPr/>
        </p:nvCxnSpPr>
        <p:spPr>
          <a:xfrm flipH="1" flipV="1">
            <a:off x="9301841" y="4223757"/>
            <a:ext cx="1937245" cy="3299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2D5A2D2D-D5F6-8BF9-749B-090DC1283505}"/>
                  </a:ext>
                </a:extLst>
              </p:cNvPr>
              <p:cNvSpPr txBox="1"/>
              <p:nvPr/>
            </p:nvSpPr>
            <p:spPr>
              <a:xfrm>
                <a:off x="10149302" y="4407467"/>
                <a:ext cx="243751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2D5A2D2D-D5F6-8BF9-749B-090DC1283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302" y="4407467"/>
                <a:ext cx="243751" cy="239373"/>
              </a:xfrm>
              <a:prstGeom prst="rect">
                <a:avLst/>
              </a:prstGeom>
              <a:blipFill>
                <a:blip r:embed="rId28"/>
                <a:stretch>
                  <a:fillRect l="-35000" r="-5000" b="-38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Gerade Verbindung mit Pfeil 89">
            <a:extLst>
              <a:ext uri="{FF2B5EF4-FFF2-40B4-BE49-F238E27FC236}">
                <a16:creationId xmlns:a16="http://schemas.microsoft.com/office/drawing/2014/main" id="{8B4B42BE-668A-8AB2-7FE8-A0B7F58203D4}"/>
              </a:ext>
            </a:extLst>
          </p:cNvPr>
          <p:cNvCxnSpPr>
            <a:cxnSpLocks/>
          </p:cNvCxnSpPr>
          <p:nvPr/>
        </p:nvCxnSpPr>
        <p:spPr>
          <a:xfrm flipH="1">
            <a:off x="9259197" y="2978821"/>
            <a:ext cx="1310715" cy="9615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feld 90">
                <a:extLst>
                  <a:ext uri="{FF2B5EF4-FFF2-40B4-BE49-F238E27FC236}">
                    <a16:creationId xmlns:a16="http://schemas.microsoft.com/office/drawing/2014/main" id="{420ACB46-55D4-7561-D63D-1CC593D4137C}"/>
                  </a:ext>
                </a:extLst>
              </p:cNvPr>
              <p:cNvSpPr txBox="1"/>
              <p:nvPr/>
            </p:nvSpPr>
            <p:spPr>
              <a:xfrm>
                <a:off x="9768431" y="3129984"/>
                <a:ext cx="247906" cy="239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1" name="Textfeld 90">
                <a:extLst>
                  <a:ext uri="{FF2B5EF4-FFF2-40B4-BE49-F238E27FC236}">
                    <a16:creationId xmlns:a16="http://schemas.microsoft.com/office/drawing/2014/main" id="{420ACB46-55D4-7561-D63D-1CC593D41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431" y="3129984"/>
                <a:ext cx="247906" cy="239373"/>
              </a:xfrm>
              <a:prstGeom prst="rect">
                <a:avLst/>
              </a:prstGeom>
              <a:blipFill>
                <a:blip r:embed="rId29"/>
                <a:stretch>
                  <a:fillRect l="-43902" r="-7317" b="-3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Gerade Verbindung mit Pfeil 91">
            <a:extLst>
              <a:ext uri="{FF2B5EF4-FFF2-40B4-BE49-F238E27FC236}">
                <a16:creationId xmlns:a16="http://schemas.microsoft.com/office/drawing/2014/main" id="{F505CC3E-C05A-B360-80A4-03FF2F32E204}"/>
              </a:ext>
            </a:extLst>
          </p:cNvPr>
          <p:cNvCxnSpPr>
            <a:endCxn id="72" idx="3"/>
          </p:cNvCxnSpPr>
          <p:nvPr/>
        </p:nvCxnSpPr>
        <p:spPr>
          <a:xfrm flipV="1">
            <a:off x="6890036" y="1297274"/>
            <a:ext cx="748206" cy="17925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52918EA4-EF5B-C71C-AF39-E47A7ACB0C43}"/>
                  </a:ext>
                </a:extLst>
              </p:cNvPr>
              <p:cNvSpPr txBox="1"/>
              <p:nvPr/>
            </p:nvSpPr>
            <p:spPr>
              <a:xfrm>
                <a:off x="7515790" y="1933573"/>
                <a:ext cx="2817514" cy="3302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𝜗</m:t>
                              </m:r>
                            </m:e>
                            <m: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b>
                                  </m:s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𝑡𝑐𝑝</m:t>
                                  </m:r>
                                </m:sub>
                                <m:sup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bSup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b>
                                  </m:s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𝑡𝑐𝑝</m:t>
                                  </m:r>
                                </m:sub>
                                <m:sup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bSup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sub>
                                  </m:sSub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→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𝑡𝑐𝑝</m:t>
                                  </m:r>
                                </m:sub>
                                <m:sup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52918EA4-EF5B-C71C-AF39-E47A7ACB0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5790" y="1933573"/>
                <a:ext cx="2817514" cy="330247"/>
              </a:xfrm>
              <a:prstGeom prst="rect">
                <a:avLst/>
              </a:prstGeom>
              <a:blipFill>
                <a:blip r:embed="rId30"/>
                <a:stretch>
                  <a:fillRect l="-10606" r="-7143" b="-3703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70859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6">
            <a:extLst>
              <a:ext uri="{FF2B5EF4-FFF2-40B4-BE49-F238E27FC236}">
                <a16:creationId xmlns:a16="http://schemas.microsoft.com/office/drawing/2014/main" id="{89426831-508D-4FA2-AB9C-2CD75665996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40000" y="5510241"/>
            <a:ext cx="9768320" cy="480974"/>
          </a:xfrm>
        </p:spPr>
        <p:txBody>
          <a:bodyPr/>
          <a:lstStyle/>
          <a:p>
            <a:r>
              <a:rPr lang="de-DE" u="sng" dirty="0"/>
              <a:t>Autor</a:t>
            </a:r>
            <a:r>
              <a:rPr lang="de-DE" dirty="0"/>
              <a:t>, Koautoren</a:t>
            </a:r>
          </a:p>
          <a:p>
            <a:endParaRPr lang="de-DE" dirty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35863882-B3DE-4C8D-A185-02B04BE5BB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40000" y="6297697"/>
            <a:ext cx="9768320" cy="480974"/>
          </a:xfrm>
        </p:spPr>
        <p:txBody>
          <a:bodyPr/>
          <a:lstStyle/>
          <a:p>
            <a:pPr>
              <a:defRPr/>
            </a:pPr>
            <a:r>
              <a:rPr lang="de-DE" dirty="0"/>
              <a:t>Univ.-Prof. Dr.-Ing. Prof. h.c. Dr. h.c. Torsten Bertram</a:t>
            </a:r>
          </a:p>
          <a:p>
            <a:pPr>
              <a:defRPr/>
            </a:pPr>
            <a:r>
              <a:rPr lang="de-DE" dirty="0"/>
              <a:t>Lehrstuhl für Regelungssystemtechnik</a:t>
            </a:r>
          </a:p>
          <a:p>
            <a:endParaRPr lang="de-DE" dirty="0"/>
          </a:p>
        </p:txBody>
      </p:sp>
      <p:sp>
        <p:nvSpPr>
          <p:cNvPr id="8" name="Untertitel 3">
            <a:extLst>
              <a:ext uri="{FF2B5EF4-FFF2-40B4-BE49-F238E27FC236}">
                <a16:creationId xmlns:a16="http://schemas.microsoft.com/office/drawing/2014/main" id="{04EB03CD-931E-47EA-92AB-C3FF6EF8A0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000" y="4868869"/>
            <a:ext cx="9768320" cy="276247"/>
          </a:xfrm>
        </p:spPr>
        <p:txBody>
          <a:bodyPr/>
          <a:lstStyle/>
          <a:p>
            <a:r>
              <a:rPr lang="de-DE" altLang="de-DE" dirty="0"/>
              <a:t>Name der Veranstaltung, Ort, TT. - TT. Monat JJJJ</a:t>
            </a:r>
          </a:p>
          <a:p>
            <a:endParaRPr lang="de-DE" dirty="0"/>
          </a:p>
        </p:txBody>
      </p:sp>
      <p:sp>
        <p:nvSpPr>
          <p:cNvPr id="9" name="Titel 2">
            <a:extLst>
              <a:ext uri="{FF2B5EF4-FFF2-40B4-BE49-F238E27FC236}">
                <a16:creationId xmlns:a16="http://schemas.microsoft.com/office/drawing/2014/main" id="{33F5D724-1EF7-46DF-9AFF-1F3A4E301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999" y="5157793"/>
            <a:ext cx="9768321" cy="425479"/>
          </a:xfrm>
        </p:spPr>
        <p:txBody>
          <a:bodyPr/>
          <a:lstStyle/>
          <a:p>
            <a:r>
              <a:rPr lang="de-DE" altLang="de-DE" dirty="0"/>
              <a:t>Titel des Vortrages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711717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6">
            <a:extLst>
              <a:ext uri="{FF2B5EF4-FFF2-40B4-BE49-F238E27FC236}">
                <a16:creationId xmlns:a16="http://schemas.microsoft.com/office/drawing/2014/main" id="{E6C220ED-19C8-4F76-A020-CA23A0F465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40000" y="5510241"/>
            <a:ext cx="9768320" cy="480974"/>
          </a:xfrm>
        </p:spPr>
        <p:txBody>
          <a:bodyPr/>
          <a:lstStyle/>
          <a:p>
            <a:pPr>
              <a:defRPr/>
            </a:pPr>
            <a:r>
              <a:rPr lang="en-US" u="sng" dirty="0"/>
              <a:t>Author</a:t>
            </a:r>
            <a:r>
              <a:rPr lang="en-US" dirty="0"/>
              <a:t>, co-authors</a:t>
            </a:r>
          </a:p>
          <a:p>
            <a:endParaRPr lang="de-DE" dirty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2C3827B1-4398-4884-8B73-F01C20E55E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40000" y="6297697"/>
            <a:ext cx="9768320" cy="480974"/>
          </a:xfrm>
        </p:spPr>
        <p:txBody>
          <a:bodyPr/>
          <a:lstStyle/>
          <a:p>
            <a:pPr>
              <a:defRPr/>
            </a:pPr>
            <a:r>
              <a:rPr lang="de-DE" dirty="0"/>
              <a:t>Univ.-Prof. Dr.-Ing. Prof. h.c. Dr. h.c. Torsten Bertram</a:t>
            </a:r>
          </a:p>
          <a:p>
            <a:pPr>
              <a:defRPr/>
            </a:pPr>
            <a:r>
              <a:rPr lang="en-US" dirty="0"/>
              <a:t>Institute of Control Theory and Systems Engineering</a:t>
            </a:r>
          </a:p>
          <a:p>
            <a:endParaRPr lang="de-DE" dirty="0"/>
          </a:p>
        </p:txBody>
      </p:sp>
      <p:sp>
        <p:nvSpPr>
          <p:cNvPr id="8" name="Untertitel 3">
            <a:extLst>
              <a:ext uri="{FF2B5EF4-FFF2-40B4-BE49-F238E27FC236}">
                <a16:creationId xmlns:a16="http://schemas.microsoft.com/office/drawing/2014/main" id="{E3A5BA58-1693-44C8-A922-49C7DBF1F1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000" y="4868869"/>
            <a:ext cx="9768320" cy="276247"/>
          </a:xfrm>
        </p:spPr>
        <p:txBody>
          <a:bodyPr/>
          <a:lstStyle/>
          <a:p>
            <a:r>
              <a:rPr lang="de-DE" altLang="de-DE" dirty="0"/>
              <a:t>Name </a:t>
            </a:r>
            <a:r>
              <a:rPr lang="de-DE" altLang="de-DE" dirty="0" err="1"/>
              <a:t>of</a:t>
            </a:r>
            <a:r>
              <a:rPr lang="de-DE" altLang="de-DE" dirty="0"/>
              <a:t> </a:t>
            </a:r>
            <a:r>
              <a:rPr lang="de-DE" altLang="de-DE" dirty="0" err="1"/>
              <a:t>event</a:t>
            </a:r>
            <a:r>
              <a:rPr lang="de-DE" altLang="de-DE" dirty="0"/>
              <a:t>, Location, </a:t>
            </a:r>
            <a:r>
              <a:rPr lang="de-DE" altLang="de-DE" dirty="0" err="1"/>
              <a:t>Month</a:t>
            </a:r>
            <a:r>
              <a:rPr lang="de-DE" altLang="de-DE" dirty="0"/>
              <a:t> </a:t>
            </a:r>
            <a:r>
              <a:rPr lang="de-DE" altLang="de-DE" dirty="0" err="1"/>
              <a:t>dd</a:t>
            </a:r>
            <a:r>
              <a:rPr lang="de-DE" altLang="de-DE" baseline="30000" dirty="0" err="1"/>
              <a:t>th</a:t>
            </a:r>
            <a:r>
              <a:rPr lang="de-DE" altLang="de-DE" dirty="0"/>
              <a:t> - </a:t>
            </a:r>
            <a:r>
              <a:rPr lang="de-DE" altLang="de-DE" dirty="0" err="1"/>
              <a:t>dd</a:t>
            </a:r>
            <a:r>
              <a:rPr lang="de-DE" altLang="de-DE" baseline="30000" dirty="0" err="1"/>
              <a:t>th</a:t>
            </a:r>
            <a:r>
              <a:rPr lang="de-DE" altLang="de-DE" dirty="0"/>
              <a:t> </a:t>
            </a:r>
            <a:r>
              <a:rPr lang="de-DE" altLang="de-DE" dirty="0" err="1"/>
              <a:t>yyyy</a:t>
            </a:r>
            <a:endParaRPr lang="de-DE" altLang="de-DE" dirty="0"/>
          </a:p>
          <a:p>
            <a:endParaRPr lang="de-DE" dirty="0"/>
          </a:p>
        </p:txBody>
      </p:sp>
      <p:sp>
        <p:nvSpPr>
          <p:cNvPr id="9" name="Titel 2">
            <a:extLst>
              <a:ext uri="{FF2B5EF4-FFF2-40B4-BE49-F238E27FC236}">
                <a16:creationId xmlns:a16="http://schemas.microsoft.com/office/drawing/2014/main" id="{9969CD90-D439-4139-B2F3-5FEDA3C88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999" y="5157793"/>
            <a:ext cx="9768321" cy="425479"/>
          </a:xfrm>
        </p:spPr>
        <p:txBody>
          <a:bodyPr/>
          <a:lstStyle/>
          <a:p>
            <a:r>
              <a:rPr lang="de-DE" altLang="de-DE" dirty="0"/>
              <a:t>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1707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7">
            <a:extLst>
              <a:ext uri="{FF2B5EF4-FFF2-40B4-BE49-F238E27FC236}">
                <a16:creationId xmlns:a16="http://schemas.microsoft.com/office/drawing/2014/main" id="{CFA9838F-8FE1-45B3-BEDE-30D7A09FE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Gliederung</a:t>
            </a:r>
            <a:endParaRPr lang="en-US" dirty="0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7A7DF948-24BF-4552-814B-6F912B6D2D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Einleitung</a:t>
            </a:r>
            <a:endParaRPr lang="en-US" dirty="0"/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E2C13373-B387-47F1-9CDB-34E1BB323F9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Inaktive Ebene</a:t>
            </a:r>
          </a:p>
          <a:p>
            <a:endParaRPr lang="en-US" dirty="0"/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F2A2713F-1C22-4AEA-A0BE-245A9E6A41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err="1"/>
              <a:t>Aktive</a:t>
            </a:r>
            <a:r>
              <a:rPr lang="en-US" dirty="0"/>
              <a:t> </a:t>
            </a:r>
            <a:r>
              <a:rPr lang="en-US" dirty="0" err="1"/>
              <a:t>Ebene</a:t>
            </a:r>
            <a:r>
              <a:rPr lang="en-US" dirty="0"/>
              <a:t>  (RGB: 132/184/24)</a:t>
            </a:r>
          </a:p>
          <a:p>
            <a:endParaRPr lang="en-US" dirty="0"/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52D5E50A-E928-47C7-BB53-A81DA77A92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VERWENDE “Layouts” für die Bearbeitung</a:t>
            </a:r>
          </a:p>
          <a:p>
            <a:endParaRPr lang="en-US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2F88BFE8-DCC7-4E68-8EC6-E43F8A5AB6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/>
              <a:t>Zusammenfassung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425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0F568FE5-6A0B-4755-8C98-D48510409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0238"/>
          </a:xfrm>
        </p:spPr>
        <p:txBody>
          <a:bodyPr/>
          <a:lstStyle/>
          <a:p>
            <a:r>
              <a:rPr lang="de-DE" altLang="de-DE" dirty="0"/>
              <a:t>Outline</a:t>
            </a:r>
            <a:endParaRPr lang="en-US" dirty="0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857E4DEB-8EFF-4520-89A3-D2734336A7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14800" y="1384272"/>
            <a:ext cx="8280000" cy="584190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endParaRPr lang="en-US" dirty="0"/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60B1FEAF-579D-462A-9E6D-EC6820C218E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14800" y="2151063"/>
            <a:ext cx="8280000" cy="584190"/>
          </a:xfrm>
        </p:spPr>
        <p:txBody>
          <a:bodyPr/>
          <a:lstStyle/>
          <a:p>
            <a:r>
              <a:rPr lang="de-DE" dirty="0" err="1"/>
              <a:t>Inactive</a:t>
            </a:r>
            <a:r>
              <a:rPr lang="de-DE" dirty="0"/>
              <a:t> Layer</a:t>
            </a:r>
          </a:p>
          <a:p>
            <a:endParaRPr lang="en-US" dirty="0"/>
          </a:p>
        </p:txBody>
      </p:sp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888CD937-6890-454E-AE41-634B4B0BF5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14800" y="2881305"/>
            <a:ext cx="8280000" cy="584190"/>
          </a:xfrm>
        </p:spPr>
        <p:txBody>
          <a:bodyPr/>
          <a:lstStyle/>
          <a:p>
            <a:r>
              <a:rPr lang="en-US" dirty="0"/>
              <a:t>Active Layer  (RGB: 132/184/24)</a:t>
            </a:r>
          </a:p>
          <a:p>
            <a:endParaRPr lang="en-US" dirty="0"/>
          </a:p>
        </p:txBody>
      </p:sp>
      <p:sp>
        <p:nvSpPr>
          <p:cNvPr id="12" name="Textplatzhalter 5">
            <a:extLst>
              <a:ext uri="{FF2B5EF4-FFF2-40B4-BE49-F238E27FC236}">
                <a16:creationId xmlns:a16="http://schemas.microsoft.com/office/drawing/2014/main" id="{73E7C537-F928-48BF-A31D-274E52CC81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14800" y="3611565"/>
            <a:ext cx="8280000" cy="584190"/>
          </a:xfrm>
        </p:spPr>
        <p:txBody>
          <a:bodyPr/>
          <a:lstStyle/>
          <a:p>
            <a:r>
              <a:rPr lang="de-DE" dirty="0"/>
              <a:t>USE “Layouts”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modifications</a:t>
            </a:r>
            <a:endParaRPr lang="de-DE" dirty="0"/>
          </a:p>
          <a:p>
            <a:endParaRPr lang="en-US" dirty="0"/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5DE2BFBC-DF13-4C16-936C-AE2527AA3E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14800" y="4378338"/>
            <a:ext cx="8280000" cy="584190"/>
          </a:xfrm>
        </p:spPr>
        <p:txBody>
          <a:bodyPr/>
          <a:lstStyle/>
          <a:p>
            <a:r>
              <a:rPr lang="de-DE" dirty="0" err="1"/>
              <a:t>Conclusions</a:t>
            </a:r>
            <a:endParaRPr lang="de-D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3719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6A79D-C0E0-43CD-A0C6-01CF9E0E6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Formatierung</a:t>
            </a:r>
            <a:endParaRPr lang="en-US" dirty="0"/>
          </a:p>
        </p:txBody>
      </p:sp>
      <p:sp>
        <p:nvSpPr>
          <p:cNvPr id="4" name="Inhaltsplatzhalter 8">
            <a:extLst>
              <a:ext uri="{FF2B5EF4-FFF2-40B4-BE49-F238E27FC236}">
                <a16:creationId xmlns:a16="http://schemas.microsoft.com/office/drawing/2014/main" id="{9C5C3880-FEA4-4E18-9C77-A8AD71E26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369" y="727038"/>
            <a:ext cx="11235267" cy="5618200"/>
          </a:xfrm>
        </p:spPr>
        <p:txBody>
          <a:bodyPr/>
          <a:lstStyle/>
          <a:p>
            <a:r>
              <a:rPr lang="de-DE" altLang="de-DE" dirty="0"/>
              <a:t>erste Ebene: schwarz, normal, Arial, 22</a:t>
            </a:r>
            <a:br>
              <a:rPr lang="de-DE" altLang="de-DE" dirty="0"/>
            </a:br>
            <a:r>
              <a:rPr lang="de-DE" altLang="de-DE" dirty="0"/>
              <a:t>hervorzuhebende Ausdrücke:</a:t>
            </a:r>
            <a:br>
              <a:rPr lang="de-DE" altLang="de-DE" dirty="0"/>
            </a:br>
            <a:r>
              <a:rPr lang="de-DE" altLang="de-DE" b="1" dirty="0">
                <a:solidFill>
                  <a:srgbClr val="84B818"/>
                </a:solidFill>
              </a:rPr>
              <a:t>apfelgrün und fett (RGB: 132  184  24)</a:t>
            </a:r>
            <a:r>
              <a:rPr lang="de-DE" altLang="de-DE" b="1" dirty="0"/>
              <a:t> </a:t>
            </a:r>
            <a:r>
              <a:rPr lang="de-DE" altLang="de-DE" dirty="0"/>
              <a:t>oder</a:t>
            </a:r>
            <a:br>
              <a:rPr lang="de-DE" altLang="de-DE" dirty="0"/>
            </a:br>
            <a:r>
              <a:rPr lang="de-DE" altLang="de-DE" b="1" dirty="0">
                <a:solidFill>
                  <a:srgbClr val="FF6600"/>
                </a:solidFill>
              </a:rPr>
              <a:t>orange und fett (RGB: 255  102  0)</a:t>
            </a:r>
          </a:p>
          <a:p>
            <a:pPr lvl="1"/>
            <a:r>
              <a:rPr lang="de-DE" altLang="de-DE" dirty="0"/>
              <a:t>zweite Ebene: schwarz, normal, Arial, 20; </a:t>
            </a:r>
            <a:r>
              <a:rPr lang="de-DE" altLang="de-DE" b="1" dirty="0">
                <a:solidFill>
                  <a:srgbClr val="84B818"/>
                </a:solidFill>
              </a:rPr>
              <a:t>apfelgrün </a:t>
            </a:r>
            <a:r>
              <a:rPr lang="de-DE" altLang="de-DE" b="1" dirty="0">
                <a:solidFill>
                  <a:srgbClr val="FF6600"/>
                </a:solidFill>
              </a:rPr>
              <a:t>orange </a:t>
            </a:r>
            <a:endParaRPr lang="de-DE" altLang="de-DE" dirty="0"/>
          </a:p>
          <a:p>
            <a:pPr lvl="2"/>
            <a:r>
              <a:rPr lang="de-DE" altLang="de-DE" dirty="0"/>
              <a:t>dritte Ebene: grau, normal, Arial, 18; </a:t>
            </a:r>
            <a:r>
              <a:rPr lang="de-DE" altLang="de-DE" b="1" dirty="0">
                <a:solidFill>
                  <a:srgbClr val="84B818"/>
                </a:solidFill>
              </a:rPr>
              <a:t>apfelgrün </a:t>
            </a:r>
            <a:r>
              <a:rPr lang="de-DE" altLang="de-DE" b="1" dirty="0">
                <a:solidFill>
                  <a:srgbClr val="FF6600"/>
                </a:solidFill>
              </a:rPr>
              <a:t>orange </a:t>
            </a:r>
            <a:endParaRPr lang="de-DE" altLang="de-D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2449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A8F4A30-6826-429D-B515-D3C04BA078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630238"/>
          </a:xfrm>
        </p:spPr>
        <p:txBody>
          <a:bodyPr/>
          <a:lstStyle/>
          <a:p>
            <a:pPr eaLnBrk="1" hangingPunct="1"/>
            <a:r>
              <a:rPr lang="de-DE" altLang="de-DE" dirty="0"/>
              <a:t>Farbschema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1375D94-050E-4007-B458-62CA8D8F5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2775" y="727076"/>
            <a:ext cx="8426450" cy="561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180000" rIns="0" bIns="18000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-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de-DE" altLang="de-DE" kern="0"/>
              <a:t>Weitere Farben zum Hervor-</a:t>
            </a:r>
            <a:br>
              <a:rPr lang="de-DE" altLang="de-DE" kern="0"/>
            </a:br>
            <a:r>
              <a:rPr lang="de-DE" altLang="de-DE" kern="0"/>
              <a:t>heben und Farbighinterlegen </a:t>
            </a:r>
            <a:br>
              <a:rPr lang="de-DE" altLang="de-DE" kern="0"/>
            </a:br>
            <a:r>
              <a:rPr lang="de-DE" altLang="de-DE" kern="0"/>
              <a:t>(Transparenz = 0%, da sonst </a:t>
            </a:r>
            <a:br>
              <a:rPr lang="de-DE" altLang="de-DE" kern="0"/>
            </a:br>
            <a:r>
              <a:rPr lang="de-DE" altLang="de-DE" kern="0"/>
              <a:t>teilweise karierte Darstellung </a:t>
            </a:r>
            <a:br>
              <a:rPr lang="de-DE" altLang="de-DE" kern="0"/>
            </a:br>
            <a:r>
              <a:rPr lang="de-DE" altLang="de-DE" kern="0"/>
              <a:t>möglich)</a:t>
            </a:r>
          </a:p>
          <a:p>
            <a:endParaRPr lang="de-DE" altLang="de-DE" kern="0"/>
          </a:p>
          <a:p>
            <a:r>
              <a:rPr lang="de-DE" altLang="de-DE" kern="0"/>
              <a:t>Farbschema</a:t>
            </a:r>
          </a:p>
          <a:p>
            <a:endParaRPr lang="de-DE" altLang="de-DE" kern="0"/>
          </a:p>
        </p:txBody>
      </p:sp>
      <p:graphicFrame>
        <p:nvGraphicFramePr>
          <p:cNvPr id="8" name="Group 8">
            <a:extLst>
              <a:ext uri="{FF2B5EF4-FFF2-40B4-BE49-F238E27FC236}">
                <a16:creationId xmlns:a16="http://schemas.microsoft.com/office/drawing/2014/main" id="{DE39671E-6C83-44CF-AA37-AB512BBC59FC}"/>
              </a:ext>
            </a:extLst>
          </p:cNvPr>
          <p:cNvGraphicFramePr>
            <a:graphicFrameLocks noGrp="1"/>
          </p:cNvGraphicFramePr>
          <p:nvPr/>
        </p:nvGraphicFramePr>
        <p:xfrm>
          <a:off x="6275389" y="765176"/>
          <a:ext cx="4213225" cy="3203575"/>
        </p:xfrm>
        <a:graphic>
          <a:graphicData uri="http://schemas.openxmlformats.org/drawingml/2006/table">
            <a:tbl>
              <a:tblPr/>
              <a:tblGrid>
                <a:gridCol w="1169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2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RGB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Rand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Füllung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de-DE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4B818"/>
                          </a:solidFill>
                          <a:effectLst/>
                          <a:latin typeface="Arial" charset="0"/>
                        </a:rPr>
                        <a:t>132 184 24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CAEF81"/>
                          </a:solidFill>
                          <a:effectLst/>
                          <a:latin typeface="Arial" charset="0"/>
                        </a:rPr>
                        <a:t>202 239 129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de-DE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Arial" charset="0"/>
                        </a:rPr>
                        <a:t>255 102 0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AD75"/>
                          </a:solidFill>
                          <a:effectLst/>
                          <a:latin typeface="Arial" charset="0"/>
                        </a:rPr>
                        <a:t>255 173 117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de-DE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Arial" charset="0"/>
                        </a:rPr>
                        <a:t>0 102 255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BBAFF"/>
                          </a:solidFill>
                          <a:effectLst/>
                          <a:latin typeface="Arial" charset="0"/>
                        </a:rPr>
                        <a:t>139 186 255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de-DE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FFCC00"/>
                          </a:solidFill>
                          <a:effectLst/>
                          <a:latin typeface="Arial" charset="0"/>
                        </a:rPr>
                        <a:t>255 204 0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E98B"/>
                          </a:solidFill>
                          <a:effectLst/>
                          <a:latin typeface="Arial" charset="0"/>
                        </a:rPr>
                        <a:t>255 233 139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46">
            <a:extLst>
              <a:ext uri="{FF2B5EF4-FFF2-40B4-BE49-F238E27FC236}">
                <a16:creationId xmlns:a16="http://schemas.microsoft.com/office/drawing/2014/main" id="{B16F7C87-163E-42DE-AE2B-CB3637386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388" y="1952625"/>
            <a:ext cx="1079500" cy="539750"/>
          </a:xfrm>
          <a:prstGeom prst="rect">
            <a:avLst/>
          </a:prstGeom>
          <a:solidFill>
            <a:srgbClr val="FFAD75"/>
          </a:solidFill>
          <a:ln w="19050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de-DE" altLang="de-DE" sz="1800"/>
          </a:p>
        </p:txBody>
      </p:sp>
      <p:sp>
        <p:nvSpPr>
          <p:cNvPr id="10" name="Rectangle 47">
            <a:extLst>
              <a:ext uri="{FF2B5EF4-FFF2-40B4-BE49-F238E27FC236}">
                <a16:creationId xmlns:a16="http://schemas.microsoft.com/office/drawing/2014/main" id="{3B65BF13-282F-4675-9E1C-286BC04FE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388" y="2636838"/>
            <a:ext cx="1079500" cy="539750"/>
          </a:xfrm>
          <a:prstGeom prst="rect">
            <a:avLst/>
          </a:prstGeom>
          <a:solidFill>
            <a:srgbClr val="8BBAFF"/>
          </a:solidFill>
          <a:ln w="19050">
            <a:solidFill>
              <a:srgbClr val="0066FF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de-DE" altLang="de-DE" sz="1800"/>
          </a:p>
        </p:txBody>
      </p:sp>
      <p:sp>
        <p:nvSpPr>
          <p:cNvPr id="11" name="Rectangle 48">
            <a:extLst>
              <a:ext uri="{FF2B5EF4-FFF2-40B4-BE49-F238E27FC236}">
                <a16:creationId xmlns:a16="http://schemas.microsoft.com/office/drawing/2014/main" id="{8C185CE0-5823-48C2-993E-83DAD122F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388" y="3332163"/>
            <a:ext cx="1079500" cy="539750"/>
          </a:xfrm>
          <a:prstGeom prst="rect">
            <a:avLst/>
          </a:prstGeom>
          <a:solidFill>
            <a:srgbClr val="FFE98B"/>
          </a:solidFill>
          <a:ln w="19050">
            <a:solidFill>
              <a:srgbClr val="FFCC00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de-DE" altLang="de-DE" sz="1800"/>
          </a:p>
        </p:txBody>
      </p:sp>
      <p:sp>
        <p:nvSpPr>
          <p:cNvPr id="12" name="Rectangle 49">
            <a:extLst>
              <a:ext uri="{FF2B5EF4-FFF2-40B4-BE49-F238E27FC236}">
                <a16:creationId xmlns:a16="http://schemas.microsoft.com/office/drawing/2014/main" id="{D4A66DBB-AB32-401E-9E4A-1C378EDFE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388" y="1244600"/>
            <a:ext cx="1079500" cy="539750"/>
          </a:xfrm>
          <a:prstGeom prst="rect">
            <a:avLst/>
          </a:prstGeom>
          <a:solidFill>
            <a:srgbClr val="CAEF81"/>
          </a:solidFill>
          <a:ln w="19050">
            <a:solidFill>
              <a:srgbClr val="84B818"/>
            </a:solidFill>
            <a:miter lim="800000"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tx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de-DE" altLang="de-DE" sz="1800"/>
          </a:p>
        </p:txBody>
      </p:sp>
      <p:pic>
        <p:nvPicPr>
          <p:cNvPr id="13" name="Picture 51">
            <a:extLst>
              <a:ext uri="{FF2B5EF4-FFF2-40B4-BE49-F238E27FC236}">
                <a16:creationId xmlns:a16="http://schemas.microsoft.com/office/drawing/2014/main" id="{141067C9-D5A5-459E-BEC2-0A9B89D28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389" y="3429001"/>
            <a:ext cx="4429125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15401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B2841-C794-437A-BFAD-9DDA0AB55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de-DE" dirty="0"/>
              <a:t>Das Corporate Design der TU Dortmund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82FC0-F4F5-4D6F-9EEC-DF2D6694F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https://itmc.tu-dortmund.de/unsere-services/medien-services/grafik/design/corporate-design/</a:t>
            </a:r>
            <a:endParaRPr lang="en-US" dirty="0"/>
          </a:p>
          <a:p>
            <a:endParaRPr lang="en-US" dirty="0"/>
          </a:p>
          <a:p>
            <a:r>
              <a:rPr lang="de-DE" dirty="0"/>
              <a:t>Vorlagen: </a:t>
            </a:r>
            <a:r>
              <a:rPr lang="en-US" dirty="0">
                <a:hlinkClick r:id="rId3"/>
              </a:rPr>
              <a:t>https://service.tu-dortmund.de/group/intra/corporate-design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67F720-E1CA-4AF9-AC08-8FE2D404A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7648" y="2507688"/>
            <a:ext cx="6197708" cy="372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1291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3AAA290A-9480-4E41-B7C5-656F222E9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0238"/>
          </a:xfrm>
        </p:spPr>
        <p:txBody>
          <a:bodyPr/>
          <a:lstStyle/>
          <a:p>
            <a:r>
              <a:rPr lang="de-DE" altLang="de-DE" dirty="0" err="1"/>
              <a:t>TeX</a:t>
            </a:r>
            <a:r>
              <a:rPr lang="de-DE" altLang="de-DE" dirty="0"/>
              <a:t> Formeln</a:t>
            </a:r>
            <a:endParaRPr lang="en-US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DFF2CE57-DD29-4203-A976-1F4E36224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369" y="727038"/>
            <a:ext cx="11235267" cy="5618200"/>
          </a:xfrm>
        </p:spPr>
        <p:txBody>
          <a:bodyPr/>
          <a:lstStyle/>
          <a:p>
            <a:r>
              <a:rPr lang="de-DE" altLang="de-DE" dirty="0"/>
              <a:t>Formeln im Latex-Stil lassen sich bequem mit Hilfe des </a:t>
            </a:r>
            <a:r>
              <a:rPr lang="de-DE" altLang="de-DE" b="1" dirty="0" err="1">
                <a:solidFill>
                  <a:srgbClr val="84B818"/>
                </a:solidFill>
              </a:rPr>
              <a:t>IguanaTex</a:t>
            </a:r>
            <a:r>
              <a:rPr lang="de-DE" altLang="de-DE" dirty="0">
                <a:solidFill>
                  <a:srgbClr val="84B818"/>
                </a:solidFill>
              </a:rPr>
              <a:t> </a:t>
            </a:r>
            <a:r>
              <a:rPr lang="de-DE" altLang="de-DE" dirty="0" err="1"/>
              <a:t>Plugins</a:t>
            </a:r>
            <a:r>
              <a:rPr lang="de-DE" altLang="de-DE" dirty="0"/>
              <a:t> in die Folien einbinden (Windows):</a:t>
            </a:r>
            <a:br>
              <a:rPr lang="de-DE" altLang="de-DE" dirty="0"/>
            </a:br>
            <a:br>
              <a:rPr lang="de-DE" altLang="de-DE" dirty="0"/>
            </a:br>
            <a:r>
              <a:rPr lang="de-DE" altLang="de-DE" dirty="0">
                <a:hlinkClick r:id="rId2"/>
              </a:rPr>
              <a:t>http://www.jonathanleroux.org/software/iguanatex/</a:t>
            </a:r>
            <a:endParaRPr lang="de-DE" altLang="de-DE" dirty="0"/>
          </a:p>
          <a:p>
            <a:endParaRPr lang="de-DE" altLang="de-DE" dirty="0"/>
          </a:p>
          <a:p>
            <a:r>
              <a:rPr lang="de-DE" altLang="de-DE" dirty="0"/>
              <a:t>Nachhaltige, wiederwertbare Foliensätze am Lehrstuhl RST sollten </a:t>
            </a:r>
            <a:r>
              <a:rPr lang="de-DE" altLang="de-DE" b="1" dirty="0">
                <a:solidFill>
                  <a:srgbClr val="84B818"/>
                </a:solidFill>
              </a:rPr>
              <a:t>grundsätzlich</a:t>
            </a:r>
            <a:r>
              <a:rPr lang="de-DE" altLang="de-DE" dirty="0"/>
              <a:t> nur mit </a:t>
            </a:r>
            <a:r>
              <a:rPr lang="de-DE" altLang="de-DE" dirty="0" err="1"/>
              <a:t>Boardmitteln</a:t>
            </a:r>
            <a:r>
              <a:rPr lang="de-DE" altLang="de-DE" dirty="0"/>
              <a:t> + </a:t>
            </a:r>
            <a:r>
              <a:rPr lang="de-DE" altLang="de-DE" dirty="0" err="1"/>
              <a:t>IguanaTex</a:t>
            </a:r>
            <a:r>
              <a:rPr lang="de-DE" altLang="de-DE" dirty="0"/>
              <a:t> erstellt werden.</a:t>
            </a:r>
          </a:p>
          <a:p>
            <a:endParaRPr lang="de-DE" altLang="de-DE" dirty="0"/>
          </a:p>
          <a:p>
            <a:r>
              <a:rPr lang="de-DE" altLang="de-DE" dirty="0"/>
              <a:t>Für Mac OSX Benutzer gibt es eine Alternative, Kompatibilität mit </a:t>
            </a:r>
            <a:r>
              <a:rPr lang="de-DE" altLang="de-DE" dirty="0" err="1"/>
              <a:t>IguanaTex</a:t>
            </a:r>
            <a:r>
              <a:rPr lang="de-DE" altLang="de-DE" dirty="0"/>
              <a:t> ist ausgeschlossen und daher sollte diese nur in wenigen Fällen Verwendung finden (z.B. in Abschlussarbeiten):</a:t>
            </a:r>
            <a:br>
              <a:rPr lang="de-DE" altLang="de-DE" dirty="0"/>
            </a:br>
            <a:br>
              <a:rPr lang="de-DE" altLang="de-DE" dirty="0"/>
            </a:br>
            <a:r>
              <a:rPr lang="de-DE" altLang="de-DE" dirty="0">
                <a:hlinkClick r:id="rId3"/>
              </a:rPr>
              <a:t>http://www.chachatelier.fr/latexit/</a:t>
            </a:r>
            <a:endParaRPr lang="de-DE" altLang="de-D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7462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FD3DEB7-9557-4BAD-831E-F87EA616C806}"/>
              </a:ext>
            </a:extLst>
          </p:cNvPr>
          <p:cNvSpPr txBox="1">
            <a:spLocks/>
          </p:cNvSpPr>
          <p:nvPr/>
        </p:nvSpPr>
        <p:spPr bwMode="auto">
          <a:xfrm>
            <a:off x="1440000" y="6297697"/>
            <a:ext cx="9768320" cy="48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/>
              <a:t>Univ.-Prof. Dr.-Ing. Prof. h.c. Dr. h.c. Torsten Bertram</a:t>
            </a:r>
          </a:p>
          <a:p>
            <a:pPr>
              <a:defRPr/>
            </a:pPr>
            <a:r>
              <a:rPr lang="en-US"/>
              <a:t>Institute of Control Theory and Systems Engineering</a:t>
            </a:r>
          </a:p>
          <a:p>
            <a:endParaRPr lang="en-US"/>
          </a:p>
        </p:txBody>
      </p:sp>
      <p:pic>
        <p:nvPicPr>
          <p:cNvPr id="10" name="Bildplatzhalter 1">
            <a:extLst>
              <a:ext uri="{FF2B5EF4-FFF2-40B4-BE49-F238E27FC236}">
                <a16:creationId xmlns:a16="http://schemas.microsoft.com/office/drawing/2014/main" id="{9AAB7740-0EA3-43C6-8687-A0D1A5C32B3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8" t="36179" r="7297" b="4435"/>
          <a:stretch/>
        </p:blipFill>
        <p:spPr bwMode="auto">
          <a:xfrm>
            <a:off x="6881505" y="1530365"/>
            <a:ext cx="2852479" cy="1425600"/>
          </a:xfrm>
          <a:prstGeom prst="rect">
            <a:avLst/>
          </a:prstGeom>
          <a:noFill/>
          <a:ln w="19050">
            <a:solidFill>
              <a:srgbClr val="84B81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7">
            <a:extLst>
              <a:ext uri="{FF2B5EF4-FFF2-40B4-BE49-F238E27FC236}">
                <a16:creationId xmlns:a16="http://schemas.microsoft.com/office/drawing/2014/main" id="{D603BBFC-25CF-4764-BF22-8CF4E397D9F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43" t="15158" r="11853" b="14796"/>
          <a:stretch/>
        </p:blipFill>
        <p:spPr>
          <a:xfrm>
            <a:off x="6881504" y="3139213"/>
            <a:ext cx="2852479" cy="1426759"/>
          </a:xfrm>
          <a:prstGeom prst="rect">
            <a:avLst/>
          </a:prstGeom>
          <a:ln w="19050">
            <a:solidFill>
              <a:srgbClr val="84B818"/>
            </a:solidFill>
          </a:ln>
        </p:spPr>
      </p:pic>
      <p:sp>
        <p:nvSpPr>
          <p:cNvPr id="14" name="Titel 4">
            <a:extLst>
              <a:ext uri="{FF2B5EF4-FFF2-40B4-BE49-F238E27FC236}">
                <a16:creationId xmlns:a16="http://schemas.microsoft.com/office/drawing/2014/main" id="{7CAD6299-698C-4286-A795-C0A298AA7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999" y="5157793"/>
            <a:ext cx="9768321" cy="425479"/>
          </a:xfrm>
        </p:spPr>
        <p:txBody>
          <a:bodyPr/>
          <a:lstStyle/>
          <a:p>
            <a:r>
              <a:rPr lang="de-DE" altLang="de-DE" dirty="0" err="1"/>
              <a:t>Thank</a:t>
            </a:r>
            <a:r>
              <a:rPr lang="de-DE" altLang="de-DE" dirty="0"/>
              <a:t> </a:t>
            </a:r>
            <a:r>
              <a:rPr lang="de-DE" altLang="de-DE" dirty="0" err="1"/>
              <a:t>you</a:t>
            </a:r>
            <a:r>
              <a:rPr lang="de-DE" altLang="de-DE" dirty="0"/>
              <a:t> </a:t>
            </a:r>
            <a:r>
              <a:rPr lang="de-DE" altLang="de-DE" dirty="0" err="1"/>
              <a:t>for</a:t>
            </a:r>
            <a:r>
              <a:rPr lang="de-DE" altLang="de-DE" dirty="0"/>
              <a:t> </a:t>
            </a:r>
            <a:r>
              <a:rPr lang="de-DE" altLang="de-DE" dirty="0" err="1"/>
              <a:t>your</a:t>
            </a:r>
            <a:r>
              <a:rPr lang="de-DE" altLang="de-DE" dirty="0"/>
              <a:t> </a:t>
            </a:r>
            <a:r>
              <a:rPr lang="de-DE" altLang="de-DE" dirty="0" err="1"/>
              <a:t>kind</a:t>
            </a:r>
            <a:r>
              <a:rPr lang="de-DE" altLang="de-DE" dirty="0"/>
              <a:t> </a:t>
            </a:r>
            <a:r>
              <a:rPr lang="de-DE" altLang="de-DE" dirty="0" err="1"/>
              <a:t>attention</a:t>
            </a:r>
            <a:r>
              <a:rPr lang="de-DE" altLang="de-DE" dirty="0"/>
              <a:t>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2030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B34E0E19-F85A-48CA-A971-B31F9C3A8F74}"/>
              </a:ext>
            </a:extLst>
          </p:cNvPr>
          <p:cNvSpPr txBox="1">
            <a:spLocks/>
          </p:cNvSpPr>
          <p:nvPr/>
        </p:nvSpPr>
        <p:spPr bwMode="auto">
          <a:xfrm>
            <a:off x="1440000" y="6297697"/>
            <a:ext cx="9768320" cy="48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Univ.-Prof. Dr.-Ing. Prof. h.c. Dr. h.c. Torsten Bertram</a:t>
            </a:r>
          </a:p>
          <a:p>
            <a:r>
              <a:rPr lang="en-US"/>
              <a:t>Lehrstuhl für Regelungssystemtechnik</a:t>
            </a:r>
          </a:p>
          <a:p>
            <a:endParaRPr lang="en-US"/>
          </a:p>
        </p:txBody>
      </p:sp>
      <p:sp>
        <p:nvSpPr>
          <p:cNvPr id="13" name="Titel 4">
            <a:extLst>
              <a:ext uri="{FF2B5EF4-FFF2-40B4-BE49-F238E27FC236}">
                <a16:creationId xmlns:a16="http://schemas.microsoft.com/office/drawing/2014/main" id="{FE531E95-7E7F-4EFC-AC13-120AE74DB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999" y="5157192"/>
            <a:ext cx="9768321" cy="425479"/>
          </a:xfrm>
        </p:spPr>
        <p:txBody>
          <a:bodyPr/>
          <a:lstStyle/>
          <a:p>
            <a:r>
              <a:rPr lang="de-DE" altLang="de-DE" dirty="0"/>
              <a:t>Vielen Dank für Ihre Aufmerksamkeit!</a:t>
            </a:r>
            <a:endParaRPr lang="en-US" dirty="0"/>
          </a:p>
        </p:txBody>
      </p:sp>
      <p:pic>
        <p:nvPicPr>
          <p:cNvPr id="14" name="Bildplatzhalter 1">
            <a:extLst>
              <a:ext uri="{FF2B5EF4-FFF2-40B4-BE49-F238E27FC236}">
                <a16:creationId xmlns:a16="http://schemas.microsoft.com/office/drawing/2014/main" id="{4342A7FE-C060-4F2A-B179-FB3821554F5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8" t="36179" r="7297" b="4435"/>
          <a:stretch/>
        </p:blipFill>
        <p:spPr bwMode="auto">
          <a:xfrm>
            <a:off x="6881505" y="1530365"/>
            <a:ext cx="2852479" cy="1425600"/>
          </a:xfrm>
          <a:prstGeom prst="rect">
            <a:avLst/>
          </a:prstGeom>
          <a:noFill/>
          <a:ln w="19050">
            <a:solidFill>
              <a:srgbClr val="84B81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Grafik 10">
            <a:extLst>
              <a:ext uri="{FF2B5EF4-FFF2-40B4-BE49-F238E27FC236}">
                <a16:creationId xmlns:a16="http://schemas.microsoft.com/office/drawing/2014/main" id="{1BF67D3C-5878-4108-B19A-A91D0877FA7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43" t="15158" r="11853" b="14796"/>
          <a:stretch/>
        </p:blipFill>
        <p:spPr>
          <a:xfrm>
            <a:off x="6881504" y="3139213"/>
            <a:ext cx="2852479" cy="1426759"/>
          </a:xfrm>
          <a:prstGeom prst="rect">
            <a:avLst/>
          </a:prstGeom>
          <a:ln w="19050">
            <a:solidFill>
              <a:srgbClr val="84B818"/>
            </a:solidFill>
          </a:ln>
        </p:spPr>
      </p:pic>
    </p:spTree>
    <p:extLst>
      <p:ext uri="{BB962C8B-B14F-4D97-AF65-F5344CB8AC3E}">
        <p14:creationId xmlns:p14="http://schemas.microsoft.com/office/powerpoint/2010/main" val="2574714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2" descr="cid:image001.jpg@01DA1D30.D703D800">
            <a:extLst>
              <a:ext uri="{FF2B5EF4-FFF2-40B4-BE49-F238E27FC236}">
                <a16:creationId xmlns:a16="http://schemas.microsoft.com/office/drawing/2014/main" id="{B5860F97-735E-455C-853F-B71545C668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2" b="25369"/>
          <a:stretch>
            <a:fillRect/>
          </a:stretch>
        </p:blipFill>
        <p:spPr bwMode="auto">
          <a:xfrm>
            <a:off x="6879623" y="1532621"/>
            <a:ext cx="2851200" cy="1421783"/>
          </a:xfrm>
          <a:prstGeom prst="rect">
            <a:avLst/>
          </a:prstGeom>
          <a:noFill/>
          <a:ln w="19050">
            <a:solidFill>
              <a:srgbClr val="84B81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FD3DEB7-9557-4BAD-831E-F87EA616C806}"/>
              </a:ext>
            </a:extLst>
          </p:cNvPr>
          <p:cNvSpPr txBox="1">
            <a:spLocks/>
          </p:cNvSpPr>
          <p:nvPr/>
        </p:nvSpPr>
        <p:spPr bwMode="auto">
          <a:xfrm>
            <a:off x="1440000" y="6297697"/>
            <a:ext cx="9768320" cy="48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/>
              <a:t>Univ.-Prof. Dr.-Ing. Prof. h.c. Dr. h.c. Torsten Bertram</a:t>
            </a:r>
          </a:p>
          <a:p>
            <a:pPr>
              <a:defRPr/>
            </a:pPr>
            <a:r>
              <a:rPr lang="en-US"/>
              <a:t>Institute of Control Theory and Systems Engineering</a:t>
            </a:r>
          </a:p>
          <a:p>
            <a:endParaRPr lang="en-US"/>
          </a:p>
        </p:txBody>
      </p:sp>
      <p:sp>
        <p:nvSpPr>
          <p:cNvPr id="14" name="Titel 4">
            <a:extLst>
              <a:ext uri="{FF2B5EF4-FFF2-40B4-BE49-F238E27FC236}">
                <a16:creationId xmlns:a16="http://schemas.microsoft.com/office/drawing/2014/main" id="{7CAD6299-698C-4286-A795-C0A298AA7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999" y="5157793"/>
            <a:ext cx="9768321" cy="425479"/>
          </a:xfrm>
        </p:spPr>
        <p:txBody>
          <a:bodyPr/>
          <a:lstStyle/>
          <a:p>
            <a:r>
              <a:rPr lang="de-DE" altLang="de-DE" dirty="0" err="1"/>
              <a:t>Thank</a:t>
            </a:r>
            <a:r>
              <a:rPr lang="de-DE" altLang="de-DE" dirty="0"/>
              <a:t> </a:t>
            </a:r>
            <a:r>
              <a:rPr lang="de-DE" altLang="de-DE" dirty="0" err="1"/>
              <a:t>you</a:t>
            </a:r>
            <a:r>
              <a:rPr lang="de-DE" altLang="de-DE" dirty="0"/>
              <a:t> </a:t>
            </a:r>
            <a:r>
              <a:rPr lang="de-DE" altLang="de-DE" dirty="0" err="1"/>
              <a:t>for</a:t>
            </a:r>
            <a:r>
              <a:rPr lang="de-DE" altLang="de-DE" dirty="0"/>
              <a:t> </a:t>
            </a:r>
            <a:r>
              <a:rPr lang="de-DE" altLang="de-DE" dirty="0" err="1"/>
              <a:t>your</a:t>
            </a:r>
            <a:r>
              <a:rPr lang="de-DE" altLang="de-DE" dirty="0"/>
              <a:t> </a:t>
            </a:r>
            <a:r>
              <a:rPr lang="de-DE" altLang="de-DE" dirty="0" err="1"/>
              <a:t>kind</a:t>
            </a:r>
            <a:r>
              <a:rPr lang="de-DE" altLang="de-DE" dirty="0"/>
              <a:t> </a:t>
            </a:r>
            <a:r>
              <a:rPr lang="de-DE" altLang="de-DE" dirty="0" err="1"/>
              <a:t>attention</a:t>
            </a:r>
            <a:r>
              <a:rPr lang="de-DE" altLang="de-DE" dirty="0"/>
              <a:t>!</a:t>
            </a:r>
            <a:endParaRPr lang="en-US" dirty="0"/>
          </a:p>
        </p:txBody>
      </p:sp>
      <p:pic>
        <p:nvPicPr>
          <p:cNvPr id="6" name="Grafik 13">
            <a:extLst>
              <a:ext uri="{FF2B5EF4-FFF2-40B4-BE49-F238E27FC236}">
                <a16:creationId xmlns:a16="http://schemas.microsoft.com/office/drawing/2014/main" id="{FEE85F7D-0EFB-45E0-9D76-90B15666BB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467" y="3143250"/>
            <a:ext cx="2851150" cy="1425575"/>
          </a:xfrm>
          <a:prstGeom prst="rect">
            <a:avLst/>
          </a:prstGeom>
          <a:noFill/>
          <a:ln w="19050">
            <a:solidFill>
              <a:srgbClr val="84B818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473837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2" descr="cid:image001.jpg@01DA1D30.D703D800">
            <a:extLst>
              <a:ext uri="{FF2B5EF4-FFF2-40B4-BE49-F238E27FC236}">
                <a16:creationId xmlns:a16="http://schemas.microsoft.com/office/drawing/2014/main" id="{47FDE99F-75D1-4C73-913E-636F47006B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2" b="25369"/>
          <a:stretch>
            <a:fillRect/>
          </a:stretch>
        </p:blipFill>
        <p:spPr bwMode="auto">
          <a:xfrm>
            <a:off x="6879623" y="1532621"/>
            <a:ext cx="2851200" cy="1421783"/>
          </a:xfrm>
          <a:prstGeom prst="rect">
            <a:avLst/>
          </a:prstGeom>
          <a:noFill/>
          <a:ln w="19050">
            <a:solidFill>
              <a:srgbClr val="84B818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B34E0E19-F85A-48CA-A971-B31F9C3A8F74}"/>
              </a:ext>
            </a:extLst>
          </p:cNvPr>
          <p:cNvSpPr txBox="1">
            <a:spLocks/>
          </p:cNvSpPr>
          <p:nvPr/>
        </p:nvSpPr>
        <p:spPr bwMode="auto">
          <a:xfrm>
            <a:off x="1440000" y="6297697"/>
            <a:ext cx="9768320" cy="48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Univ.-Prof. Dr.-Ing. Prof. h.c. Dr. h.c. Torsten Bertram</a:t>
            </a:r>
          </a:p>
          <a:p>
            <a:r>
              <a:rPr lang="en-US"/>
              <a:t>Lehrstuhl für Regelungssystemtechnik</a:t>
            </a:r>
          </a:p>
          <a:p>
            <a:endParaRPr lang="en-US"/>
          </a:p>
        </p:txBody>
      </p:sp>
      <p:sp>
        <p:nvSpPr>
          <p:cNvPr id="13" name="Titel 4">
            <a:extLst>
              <a:ext uri="{FF2B5EF4-FFF2-40B4-BE49-F238E27FC236}">
                <a16:creationId xmlns:a16="http://schemas.microsoft.com/office/drawing/2014/main" id="{FE531E95-7E7F-4EFC-AC13-120AE74DB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999" y="5157192"/>
            <a:ext cx="9768321" cy="425479"/>
          </a:xfrm>
        </p:spPr>
        <p:txBody>
          <a:bodyPr/>
          <a:lstStyle/>
          <a:p>
            <a:r>
              <a:rPr lang="de-DE" altLang="de-DE" dirty="0"/>
              <a:t>Vielen Dank für Ihre Aufmerksamkeit!</a:t>
            </a:r>
            <a:endParaRPr lang="en-US" dirty="0"/>
          </a:p>
        </p:txBody>
      </p:sp>
      <p:pic>
        <p:nvPicPr>
          <p:cNvPr id="6" name="Grafik 13">
            <a:extLst>
              <a:ext uri="{FF2B5EF4-FFF2-40B4-BE49-F238E27FC236}">
                <a16:creationId xmlns:a16="http://schemas.microsoft.com/office/drawing/2014/main" id="{69C4FF65-D9CD-4590-9345-C0C7F04FD4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467" y="3143250"/>
            <a:ext cx="2851150" cy="1425575"/>
          </a:xfrm>
          <a:prstGeom prst="rect">
            <a:avLst/>
          </a:prstGeom>
          <a:noFill/>
          <a:ln w="19050">
            <a:solidFill>
              <a:srgbClr val="84B818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364841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FD3DEB7-9557-4BAD-831E-F87EA616C806}"/>
              </a:ext>
            </a:extLst>
          </p:cNvPr>
          <p:cNvSpPr txBox="1">
            <a:spLocks/>
          </p:cNvSpPr>
          <p:nvPr/>
        </p:nvSpPr>
        <p:spPr bwMode="auto">
          <a:xfrm>
            <a:off x="1440000" y="6297697"/>
            <a:ext cx="9768320" cy="48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/>
              <a:t>Univ.-Prof. Dr.-Ing. Prof. h.c. Dr. h.c. Torsten Bertram</a:t>
            </a:r>
          </a:p>
          <a:p>
            <a:pPr>
              <a:defRPr/>
            </a:pPr>
            <a:r>
              <a:rPr lang="en-US"/>
              <a:t>Institute of Control Theory and Systems Engineering</a:t>
            </a:r>
          </a:p>
          <a:p>
            <a:endParaRPr lang="en-US"/>
          </a:p>
        </p:txBody>
      </p:sp>
      <p:sp>
        <p:nvSpPr>
          <p:cNvPr id="14" name="Titel 4">
            <a:extLst>
              <a:ext uri="{FF2B5EF4-FFF2-40B4-BE49-F238E27FC236}">
                <a16:creationId xmlns:a16="http://schemas.microsoft.com/office/drawing/2014/main" id="{7CAD6299-698C-4286-A795-C0A298AA76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999" y="5157793"/>
            <a:ext cx="9768321" cy="425479"/>
          </a:xfrm>
        </p:spPr>
        <p:txBody>
          <a:bodyPr/>
          <a:lstStyle/>
          <a:p>
            <a:r>
              <a:rPr lang="de-DE" altLang="de-DE" dirty="0" err="1"/>
              <a:t>Thank</a:t>
            </a:r>
            <a:r>
              <a:rPr lang="de-DE" altLang="de-DE" dirty="0"/>
              <a:t> </a:t>
            </a:r>
            <a:r>
              <a:rPr lang="de-DE" altLang="de-DE" dirty="0" err="1"/>
              <a:t>you</a:t>
            </a:r>
            <a:r>
              <a:rPr lang="de-DE" altLang="de-DE" dirty="0"/>
              <a:t> </a:t>
            </a:r>
            <a:r>
              <a:rPr lang="de-DE" altLang="de-DE" dirty="0" err="1"/>
              <a:t>for</a:t>
            </a:r>
            <a:r>
              <a:rPr lang="de-DE" altLang="de-DE" dirty="0"/>
              <a:t> </a:t>
            </a:r>
            <a:r>
              <a:rPr lang="de-DE" altLang="de-DE" dirty="0" err="1"/>
              <a:t>your</a:t>
            </a:r>
            <a:r>
              <a:rPr lang="de-DE" altLang="de-DE" dirty="0"/>
              <a:t> </a:t>
            </a:r>
            <a:r>
              <a:rPr lang="de-DE" altLang="de-DE" dirty="0" err="1"/>
              <a:t>kind</a:t>
            </a:r>
            <a:r>
              <a:rPr lang="de-DE" altLang="de-DE" dirty="0"/>
              <a:t> </a:t>
            </a:r>
            <a:r>
              <a:rPr lang="de-DE" altLang="de-DE" dirty="0" err="1"/>
              <a:t>attention</a:t>
            </a:r>
            <a:r>
              <a:rPr lang="de-DE" altLang="de-DE" dirty="0"/>
              <a:t>!</a:t>
            </a:r>
            <a:endParaRPr lang="en-US" dirty="0"/>
          </a:p>
        </p:txBody>
      </p:sp>
      <p:pic>
        <p:nvPicPr>
          <p:cNvPr id="6" name="Picture 4" descr="Folienbilder3">
            <a:extLst>
              <a:ext uri="{FF2B5EF4-FFF2-40B4-BE49-F238E27FC236}">
                <a16:creationId xmlns:a16="http://schemas.microsoft.com/office/drawing/2014/main" id="{31D3B759-B54E-4868-B9F5-C49F38258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637" y="3141663"/>
            <a:ext cx="2116137" cy="1439862"/>
          </a:xfrm>
          <a:prstGeom prst="rect">
            <a:avLst/>
          </a:prstGeom>
          <a:noFill/>
          <a:ln w="19050">
            <a:solidFill>
              <a:srgbClr val="84B81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uppieren 1">
            <a:extLst>
              <a:ext uri="{FF2B5EF4-FFF2-40B4-BE49-F238E27FC236}">
                <a16:creationId xmlns:a16="http://schemas.microsoft.com/office/drawing/2014/main" id="{4197A160-C0C6-4F91-88C8-14E9F3B61A3F}"/>
              </a:ext>
            </a:extLst>
          </p:cNvPr>
          <p:cNvGrpSpPr>
            <a:grpSpLocks/>
          </p:cNvGrpSpPr>
          <p:nvPr/>
        </p:nvGrpSpPr>
        <p:grpSpPr bwMode="auto">
          <a:xfrm>
            <a:off x="6887049" y="1527180"/>
            <a:ext cx="2117725" cy="1425575"/>
            <a:chOff x="947739" y="1528764"/>
            <a:chExt cx="4476751" cy="3043236"/>
          </a:xfrm>
        </p:grpSpPr>
        <p:pic>
          <p:nvPicPr>
            <p:cNvPr id="9" name="Picture 8" descr="\\dc1\public\Bilder\2006_Mundo\_DSC0972 Kopie.01.jpg">
              <a:extLst>
                <a:ext uri="{FF2B5EF4-FFF2-40B4-BE49-F238E27FC236}">
                  <a16:creationId xmlns:a16="http://schemas.microsoft.com/office/drawing/2014/main" id="{4F104DDF-F3A2-4ED2-99B0-B2470DDB65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7739" y="1528764"/>
              <a:ext cx="4476751" cy="3043236"/>
            </a:xfrm>
            <a:prstGeom prst="rect">
              <a:avLst/>
            </a:prstGeom>
            <a:noFill/>
            <a:ln w="19050">
              <a:solidFill>
                <a:srgbClr val="84B818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8" descr="\\dc1\public\Bilder\2006_Mundo\_DSC0972 Kopie.01.jpg">
              <a:extLst>
                <a:ext uri="{FF2B5EF4-FFF2-40B4-BE49-F238E27FC236}">
                  <a16:creationId xmlns:a16="http://schemas.microsoft.com/office/drawing/2014/main" id="{88B94958-3D83-4FE3-9644-6C910E7A264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3490912" y="2018534"/>
              <a:ext cx="1235048" cy="2553465"/>
            </a:xfrm>
            <a:prstGeom prst="ellipse">
              <a:avLst/>
            </a:prstGeom>
            <a:ln w="19050">
              <a:solidFill>
                <a:srgbClr val="000000"/>
              </a:solidFill>
              <a:miter lim="800000"/>
              <a:headEnd/>
              <a:tailEnd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8" descr="\\dc1\public\Bilder\2006_Mundo\_DSC0972 Kopie.01.jpg">
              <a:extLst>
                <a:ext uri="{FF2B5EF4-FFF2-40B4-BE49-F238E27FC236}">
                  <a16:creationId xmlns:a16="http://schemas.microsoft.com/office/drawing/2014/main" id="{B883E858-C31F-4266-9EA0-E7F35D9AD5E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3954780" y="2021961"/>
              <a:ext cx="662940" cy="934599"/>
            </a:xfrm>
            <a:prstGeom prst="ellipse">
              <a:avLst/>
            </a:prstGeom>
            <a:ln w="19050">
              <a:solidFill>
                <a:srgbClr val="000000"/>
              </a:solidFill>
              <a:miter lim="800000"/>
              <a:headEnd/>
              <a:tailEnd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150552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B34E0E19-F85A-48CA-A971-B31F9C3A8F74}"/>
              </a:ext>
            </a:extLst>
          </p:cNvPr>
          <p:cNvSpPr txBox="1">
            <a:spLocks/>
          </p:cNvSpPr>
          <p:nvPr/>
        </p:nvSpPr>
        <p:spPr bwMode="auto">
          <a:xfrm>
            <a:off x="1440000" y="6297697"/>
            <a:ext cx="9768320" cy="48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None/>
              <a:defRPr lang="de-DE" sz="15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/>
              <a:t>Univ.-Prof. Dr.-Ing. Prof. h.c. Dr. h.c. Torsten Bertram</a:t>
            </a:r>
          </a:p>
          <a:p>
            <a:r>
              <a:rPr lang="en-US"/>
              <a:t>Lehrstuhl für Regelungssystemtechnik</a:t>
            </a:r>
          </a:p>
          <a:p>
            <a:endParaRPr lang="en-US"/>
          </a:p>
        </p:txBody>
      </p:sp>
      <p:sp>
        <p:nvSpPr>
          <p:cNvPr id="13" name="Titel 4">
            <a:extLst>
              <a:ext uri="{FF2B5EF4-FFF2-40B4-BE49-F238E27FC236}">
                <a16:creationId xmlns:a16="http://schemas.microsoft.com/office/drawing/2014/main" id="{FE531E95-7E7F-4EFC-AC13-120AE74DB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999" y="5157192"/>
            <a:ext cx="9768321" cy="425479"/>
          </a:xfrm>
        </p:spPr>
        <p:txBody>
          <a:bodyPr/>
          <a:lstStyle/>
          <a:p>
            <a:r>
              <a:rPr lang="de-DE" altLang="de-DE" dirty="0"/>
              <a:t>Vielen Dank für Ihre Aufmerksamkeit!</a:t>
            </a:r>
            <a:endParaRPr lang="en-US" dirty="0"/>
          </a:p>
        </p:txBody>
      </p:sp>
      <p:pic>
        <p:nvPicPr>
          <p:cNvPr id="6" name="Picture 4" descr="Folienbilder3">
            <a:extLst>
              <a:ext uri="{FF2B5EF4-FFF2-40B4-BE49-F238E27FC236}">
                <a16:creationId xmlns:a16="http://schemas.microsoft.com/office/drawing/2014/main" id="{7C772930-1847-4D23-82E5-E2C9D0CE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637" y="3141663"/>
            <a:ext cx="2116137" cy="1439862"/>
          </a:xfrm>
          <a:prstGeom prst="rect">
            <a:avLst/>
          </a:prstGeom>
          <a:noFill/>
          <a:ln w="19050">
            <a:solidFill>
              <a:srgbClr val="84B81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uppieren 1">
            <a:extLst>
              <a:ext uri="{FF2B5EF4-FFF2-40B4-BE49-F238E27FC236}">
                <a16:creationId xmlns:a16="http://schemas.microsoft.com/office/drawing/2014/main" id="{33C72076-2A5F-4C7A-9507-5885633C07DD}"/>
              </a:ext>
            </a:extLst>
          </p:cNvPr>
          <p:cNvGrpSpPr>
            <a:grpSpLocks/>
          </p:cNvGrpSpPr>
          <p:nvPr/>
        </p:nvGrpSpPr>
        <p:grpSpPr bwMode="auto">
          <a:xfrm>
            <a:off x="6887049" y="1527180"/>
            <a:ext cx="2117725" cy="1425575"/>
            <a:chOff x="947739" y="1528764"/>
            <a:chExt cx="4476751" cy="3043236"/>
          </a:xfrm>
        </p:grpSpPr>
        <p:pic>
          <p:nvPicPr>
            <p:cNvPr id="8" name="Picture 8" descr="\\dc1\public\Bilder\2006_Mundo\_DSC0972 Kopie.01.jpg">
              <a:extLst>
                <a:ext uri="{FF2B5EF4-FFF2-40B4-BE49-F238E27FC236}">
                  <a16:creationId xmlns:a16="http://schemas.microsoft.com/office/drawing/2014/main" id="{EA64546F-FD15-4B6F-8068-A784D9D431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7739" y="1528764"/>
              <a:ext cx="4476751" cy="3043236"/>
            </a:xfrm>
            <a:prstGeom prst="rect">
              <a:avLst/>
            </a:prstGeom>
            <a:noFill/>
            <a:ln w="19050">
              <a:solidFill>
                <a:srgbClr val="84B818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\\dc1\public\Bilder\2006_Mundo\_DSC0972 Kopie.01.jpg">
              <a:extLst>
                <a:ext uri="{FF2B5EF4-FFF2-40B4-BE49-F238E27FC236}">
                  <a16:creationId xmlns:a16="http://schemas.microsoft.com/office/drawing/2014/main" id="{C7558AF3-61FA-40D2-8F2B-D0B07BEBA66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3490912" y="2018534"/>
              <a:ext cx="1235048" cy="2553465"/>
            </a:xfrm>
            <a:prstGeom prst="ellipse">
              <a:avLst/>
            </a:prstGeom>
            <a:ln w="19050">
              <a:solidFill>
                <a:srgbClr val="000000"/>
              </a:solidFill>
              <a:miter lim="800000"/>
              <a:headEnd/>
              <a:tailEnd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8" descr="\\dc1\public\Bilder\2006_Mundo\_DSC0972 Kopie.01.jpg">
              <a:extLst>
                <a:ext uri="{FF2B5EF4-FFF2-40B4-BE49-F238E27FC236}">
                  <a16:creationId xmlns:a16="http://schemas.microsoft.com/office/drawing/2014/main" id="{688F18F3-55B5-403F-91FF-D01F8A5148A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3954780" y="2021961"/>
              <a:ext cx="662940" cy="934599"/>
            </a:xfrm>
            <a:prstGeom prst="ellipse">
              <a:avLst/>
            </a:prstGeom>
            <a:ln w="19050">
              <a:solidFill>
                <a:srgbClr val="000000"/>
              </a:solidFill>
              <a:miter lim="800000"/>
              <a:headEnd/>
              <a:tailEnd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94996108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AEF81"/>
      </a:accent1>
      <a:accent2>
        <a:srgbClr val="84B818"/>
      </a:accent2>
      <a:accent3>
        <a:srgbClr val="FFFFFF"/>
      </a:accent3>
      <a:accent4>
        <a:srgbClr val="000000"/>
      </a:accent4>
      <a:accent5>
        <a:srgbClr val="E1F6C1"/>
      </a:accent5>
      <a:accent6>
        <a:srgbClr val="77A615"/>
      </a:accent6>
      <a:hlink>
        <a:srgbClr val="FF6600"/>
      </a:hlink>
      <a:folHlink>
        <a:srgbClr val="FF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AEF81"/>
        </a:accent1>
        <a:accent2>
          <a:srgbClr val="84B818"/>
        </a:accent2>
        <a:accent3>
          <a:srgbClr val="FFFFFF"/>
        </a:accent3>
        <a:accent4>
          <a:srgbClr val="000000"/>
        </a:accent4>
        <a:accent5>
          <a:srgbClr val="E1F6C1"/>
        </a:accent5>
        <a:accent6>
          <a:srgbClr val="77A615"/>
        </a:accent6>
        <a:hlink>
          <a:srgbClr val="FF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äsentation1" id="{C0545BA1-9699-4DB6-971B-92548B451FAF}" vid="{54F721C3-0531-47A7-8453-AD4959E702DC}"/>
    </a:ext>
  </a:extLst>
</a:theme>
</file>

<file path=ppt/theme/theme2.xml><?xml version="1.0" encoding="utf-8"?>
<a:theme xmlns:a="http://schemas.openxmlformats.org/drawingml/2006/main" name="1_Standarddesign">
  <a:themeElements>
    <a:clrScheme name="Benutzerdefiniert 4">
      <a:dk1>
        <a:srgbClr val="000000"/>
      </a:dk1>
      <a:lt1>
        <a:srgbClr val="E2E2E2"/>
      </a:lt1>
      <a:dk2>
        <a:srgbClr val="000000"/>
      </a:dk2>
      <a:lt2>
        <a:srgbClr val="E2E2E2"/>
      </a:lt2>
      <a:accent1>
        <a:srgbClr val="CAEF81"/>
      </a:accent1>
      <a:accent2>
        <a:srgbClr val="84B818"/>
      </a:accent2>
      <a:accent3>
        <a:srgbClr val="FFFFFF"/>
      </a:accent3>
      <a:accent4>
        <a:srgbClr val="000000"/>
      </a:accent4>
      <a:accent5>
        <a:srgbClr val="E1F6C1"/>
      </a:accent5>
      <a:accent6>
        <a:srgbClr val="77A615"/>
      </a:accent6>
      <a:hlink>
        <a:srgbClr val="FF6600"/>
      </a:hlink>
      <a:folHlink>
        <a:srgbClr val="FFCC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AEF81"/>
        </a:accent1>
        <a:accent2>
          <a:srgbClr val="84B818"/>
        </a:accent2>
        <a:accent3>
          <a:srgbClr val="FFFFFF"/>
        </a:accent3>
        <a:accent4>
          <a:srgbClr val="000000"/>
        </a:accent4>
        <a:accent5>
          <a:srgbClr val="E1F6C1"/>
        </a:accent5>
        <a:accent6>
          <a:srgbClr val="77A615"/>
        </a:accent6>
        <a:hlink>
          <a:srgbClr val="FF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äsentation1" id="{C0545BA1-9699-4DB6-971B-92548B451FAF}" vid="{9EFBC71E-6784-4A5E-9EC8-86264D314A4D}"/>
    </a:ext>
  </a:extLst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RST-Folienlayout16x9</Template>
  <TotalTime>0</TotalTime>
  <Words>1979</Words>
  <Application>Microsoft Office PowerPoint</Application>
  <PresentationFormat>Breitbild</PresentationFormat>
  <Paragraphs>435</Paragraphs>
  <Slides>33</Slides>
  <Notes>0</Notes>
  <HiddenSlides>15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33</vt:i4>
      </vt:variant>
    </vt:vector>
  </HeadingPairs>
  <TitlesOfParts>
    <vt:vector size="39" baseType="lpstr">
      <vt:lpstr>Yu Gothic UI Semibold</vt:lpstr>
      <vt:lpstr>Arial</vt:lpstr>
      <vt:lpstr>Cambria Math</vt:lpstr>
      <vt:lpstr>Wingdings</vt:lpstr>
      <vt:lpstr>Standarddesign</vt:lpstr>
      <vt:lpstr>1_Standarddesign</vt:lpstr>
      <vt:lpstr>Inverse kinematics</vt:lpstr>
      <vt:lpstr>PowerPoint-Präsentation</vt:lpstr>
      <vt:lpstr>Inverse kinematics</vt:lpstr>
      <vt:lpstr>Inverse kinematics</vt:lpstr>
      <vt:lpstr>PowerPoint-Präsentation</vt:lpstr>
      <vt:lpstr>Simplifications and Assumptions</vt:lpstr>
      <vt:lpstr>Simplifications and Assumptions</vt:lpstr>
      <vt:lpstr>PowerPoint-Präsentation</vt:lpstr>
      <vt:lpstr>Desired pose</vt:lpstr>
      <vt:lpstr>Inverse position: Determination of θ_1</vt:lpstr>
      <vt:lpstr>Inverse position: Determination of θ_2 and θ_3</vt:lpstr>
      <vt:lpstr>Inverse position: Determination of θ_2 and θ_3</vt:lpstr>
      <vt:lpstr>Inverse position</vt:lpstr>
      <vt:lpstr>Inverse Orientation</vt:lpstr>
      <vt:lpstr>Inverse Orientation</vt:lpstr>
      <vt:lpstr>Inverse Orientation</vt:lpstr>
      <vt:lpstr>Inverse Orientation</vt:lpstr>
      <vt:lpstr>PowerPoint-Präsentation</vt:lpstr>
      <vt:lpstr>Coordinate Frames</vt:lpstr>
      <vt:lpstr>Titel des Vortrages</vt:lpstr>
      <vt:lpstr>Title</vt:lpstr>
      <vt:lpstr>Gliederung</vt:lpstr>
      <vt:lpstr>Outline</vt:lpstr>
      <vt:lpstr>Formatierung</vt:lpstr>
      <vt:lpstr>Farbschema</vt:lpstr>
      <vt:lpstr>Das Corporate Design der TU Dortmund</vt:lpstr>
      <vt:lpstr>TeX Formeln</vt:lpstr>
      <vt:lpstr>Thank you for your kind attention!</vt:lpstr>
      <vt:lpstr>Vielen Dank für Ihre Aufmerksamkeit!</vt:lpstr>
      <vt:lpstr>Thank you for your kind attention!</vt:lpstr>
      <vt:lpstr>Vielen Dank für Ihre Aufmerksamkeit!</vt:lpstr>
      <vt:lpstr>Thank you for your kind attention!</vt:lpstr>
      <vt:lpstr>Vielen Dank für Ihre Aufmerksamkeit!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Timon Te Kempel</dc:creator>
  <cp:lastModifiedBy>Timon te Kempel</cp:lastModifiedBy>
  <cp:revision>255</cp:revision>
  <dcterms:created xsi:type="dcterms:W3CDTF">2025-06-10T13:10:15Z</dcterms:created>
  <dcterms:modified xsi:type="dcterms:W3CDTF">2025-06-15T15:48:17Z</dcterms:modified>
</cp:coreProperties>
</file>